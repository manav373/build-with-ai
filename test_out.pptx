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25"/>
  </p:sldIdLst>
  <p:sldSz cx="12192000" cy="6858000"/>
  <p:notesSz cx="6858000" cy="12192000"/>
  <p:embeddedFontLst>
    <p:embeddedFont>
      <p:font typeface="MiSans" panose="020B0604020202020204" charset="-122"/>
      <p:regular r:id="rId16"/>
    </p:embeddedFont>
    <p:embeddedFont>
      <p:font typeface="Hedvig Letters Sans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</p:embeddedFont>
    <p:embeddedFont>
      <p:font typeface="Sorts Mill Goud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46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cover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1020" y="2312194"/>
            <a:ext cx="28067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011329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KrishiAI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78129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1000" y="4363879"/>
            <a:ext cx="116014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AI-Powered Crop Yield Prediction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Smart Agriculture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634389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012180"/>
            <a:ext cx="16174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23402" y="6012180"/>
            <a:ext cx="78759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45930" y="6248400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739739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10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7552647" cy="1095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5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Bridging Tradition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45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Technology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569" y="1936108"/>
            <a:ext cx="7315200" cy="1369888"/>
          </a:xfrm>
          <a:custGeom>
            <a:avLst/>
            <a:gdLst/>
            <a:ahLst/>
            <a:cxnLst/>
            <a:rect l="l" t="t" r="r" b="b"/>
            <a:pathLst>
              <a:path w="7315200" h="1369888">
                <a:moveTo>
                  <a:pt x="0" y="0"/>
                </a:moveTo>
                <a:lnTo>
                  <a:pt x="7242144" y="0"/>
                </a:lnTo>
                <a:cubicBezTo>
                  <a:pt x="7282492" y="0"/>
                  <a:pt x="7315200" y="32708"/>
                  <a:pt x="7315200" y="73056"/>
                </a:cubicBezTo>
                <a:lnTo>
                  <a:pt x="7315200" y="1296832"/>
                </a:lnTo>
                <a:cubicBezTo>
                  <a:pt x="7315200" y="1337179"/>
                  <a:pt x="7282492" y="1369888"/>
                  <a:pt x="7242144" y="1369888"/>
                </a:cubicBez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3569" y="1936108"/>
            <a:ext cx="36530" cy="1369888"/>
          </a:xfrm>
          <a:custGeom>
            <a:avLst/>
            <a:gdLst/>
            <a:ahLst/>
            <a:cxnLst/>
            <a:rect l="l" t="t" r="r" b="b"/>
            <a:pathLst>
              <a:path w="36530" h="1369888">
                <a:moveTo>
                  <a:pt x="0" y="0"/>
                </a:moveTo>
                <a:lnTo>
                  <a:pt x="36530" y="0"/>
                </a:lnTo>
                <a:lnTo>
                  <a:pt x="36530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016" y="2155290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016" y="2557010"/>
            <a:ext cx="6940764" cy="53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empower every farmer in India with the power of Artificial Intelligence, transforming agricultural decision-making from intuition-based to </a:t>
            </a:r>
            <a:r>
              <a:rPr lang="en-US" sz="1294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precision agriculture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3569" y="3394011"/>
            <a:ext cx="7315200" cy="1643865"/>
          </a:xfrm>
          <a:custGeom>
            <a:avLst/>
            <a:gdLst/>
            <a:ahLst/>
            <a:cxnLst/>
            <a:rect l="l" t="t" r="r" b="b"/>
            <a:pathLst>
              <a:path w="7315200" h="1643865">
                <a:moveTo>
                  <a:pt x="0" y="0"/>
                </a:moveTo>
                <a:lnTo>
                  <a:pt x="7242147" y="0"/>
                </a:lnTo>
                <a:cubicBezTo>
                  <a:pt x="7282493" y="0"/>
                  <a:pt x="7315200" y="32707"/>
                  <a:pt x="7315200" y="73053"/>
                </a:cubicBezTo>
                <a:lnTo>
                  <a:pt x="7315200" y="1570812"/>
                </a:lnTo>
                <a:cubicBezTo>
                  <a:pt x="7315200" y="1611158"/>
                  <a:pt x="7282493" y="1643865"/>
                  <a:pt x="7242147" y="1643865"/>
                </a:cubicBez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3569" y="3394011"/>
            <a:ext cx="36530" cy="1643865"/>
          </a:xfrm>
          <a:custGeom>
            <a:avLst/>
            <a:gdLst/>
            <a:ahLst/>
            <a:cxnLst/>
            <a:rect l="l" t="t" r="r" b="b"/>
            <a:pathLst>
              <a:path w="36530" h="1643865">
                <a:moveTo>
                  <a:pt x="0" y="0"/>
                </a:moveTo>
                <a:lnTo>
                  <a:pt x="36530" y="0"/>
                </a:lnTo>
                <a:lnTo>
                  <a:pt x="36530" y="1643865"/>
                </a:ln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016" y="3613193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016" y="4014912"/>
            <a:ext cx="6940764" cy="803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40+ million farmers in India face uncertainty due to climate change, unpredictable weather, and lack of access to actionable insights. Crop losses cost the economy </a:t>
            </a:r>
            <a:r>
              <a:rPr lang="en-US" sz="1294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₹50,000+ crores annually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569" y="5118928"/>
            <a:ext cx="7315200" cy="1369888"/>
          </a:xfrm>
          <a:custGeom>
            <a:avLst/>
            <a:gdLst/>
            <a:ahLst/>
            <a:cxnLst/>
            <a:rect l="l" t="t" r="r" b="b"/>
            <a:pathLst>
              <a:path w="7315200" h="1369888">
                <a:moveTo>
                  <a:pt x="0" y="0"/>
                </a:moveTo>
                <a:lnTo>
                  <a:pt x="7242144" y="0"/>
                </a:lnTo>
                <a:cubicBezTo>
                  <a:pt x="7282492" y="0"/>
                  <a:pt x="7315200" y="32708"/>
                  <a:pt x="7315200" y="73056"/>
                </a:cubicBezTo>
                <a:lnTo>
                  <a:pt x="7315200" y="1296832"/>
                </a:lnTo>
                <a:cubicBezTo>
                  <a:pt x="7315200" y="1337179"/>
                  <a:pt x="7282492" y="1369888"/>
                  <a:pt x="7242144" y="1369888"/>
                </a:cubicBez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3569" y="5118928"/>
            <a:ext cx="36530" cy="1369888"/>
          </a:xfrm>
          <a:custGeom>
            <a:avLst/>
            <a:gdLst/>
            <a:ahLst/>
            <a:cxnLst/>
            <a:rect l="l" t="t" r="r" b="b"/>
            <a:pathLst>
              <a:path w="36530" h="1369888">
                <a:moveTo>
                  <a:pt x="0" y="0"/>
                </a:moveTo>
                <a:lnTo>
                  <a:pt x="36530" y="0"/>
                </a:lnTo>
                <a:lnTo>
                  <a:pt x="36530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016" y="5338110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016" y="5739829"/>
            <a:ext cx="6940764" cy="53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integrates </a:t>
            </a:r>
            <a:r>
              <a:rPr lang="en-US" sz="1294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weather data, soil characteristics, and satellite imagery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predict crop yields accurately before planting, enabling farmers to make informed decisions.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5578" y="368956"/>
            <a:ext cx="3824726" cy="4208295"/>
          </a:xfrm>
          <a:custGeom>
            <a:avLst/>
            <a:gdLst/>
            <a:ahLst/>
            <a:cxnLst/>
            <a:rect l="l" t="t" r="r" b="b"/>
            <a:pathLst>
              <a:path w="3824726" h="4208295">
                <a:moveTo>
                  <a:pt x="109578" y="0"/>
                </a:moveTo>
                <a:lnTo>
                  <a:pt x="3715148" y="0"/>
                </a:lnTo>
                <a:cubicBezTo>
                  <a:pt x="3775666" y="0"/>
                  <a:pt x="3824726" y="49060"/>
                  <a:pt x="3824726" y="109578"/>
                </a:cubicBezTo>
                <a:lnTo>
                  <a:pt x="3824726" y="4098716"/>
                </a:lnTo>
                <a:cubicBezTo>
                  <a:pt x="3824726" y="4159235"/>
                  <a:pt x="3775666" y="4208295"/>
                  <a:pt x="3715148" y="4208295"/>
                </a:cubicBezTo>
                <a:lnTo>
                  <a:pt x="109578" y="4208295"/>
                </a:lnTo>
                <a:cubicBezTo>
                  <a:pt x="49060" y="4208295"/>
                  <a:pt x="0" y="4159235"/>
                  <a:pt x="0" y="4098716"/>
                </a:cubicBezTo>
                <a:lnTo>
                  <a:pt x="0" y="109578"/>
                </a:lnTo>
                <a:cubicBezTo>
                  <a:pt x="0" y="49100"/>
                  <a:pt x="49100" y="0"/>
                  <a:pt x="109578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18413" y="591791"/>
            <a:ext cx="3488647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18413" y="1181871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64534" y="1327992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51371" y="23973"/>
                </a:moveTo>
                <a:cubicBezTo>
                  <a:pt x="51371" y="10745"/>
                  <a:pt x="62116" y="0"/>
                  <a:pt x="75344" y="0"/>
                </a:cubicBezTo>
                <a:lnTo>
                  <a:pt x="85618" y="0"/>
                </a:lnTo>
                <a:cubicBezTo>
                  <a:pt x="93195" y="0"/>
                  <a:pt x="99317" y="6122"/>
                  <a:pt x="99317" y="13699"/>
                </a:cubicBezTo>
                <a:lnTo>
                  <a:pt x="99317" y="205483"/>
                </a:lnTo>
                <a:cubicBezTo>
                  <a:pt x="99317" y="213060"/>
                  <a:pt x="93195" y="219182"/>
                  <a:pt x="85618" y="219182"/>
                </a:cubicBezTo>
                <a:lnTo>
                  <a:pt x="71919" y="219182"/>
                </a:lnTo>
                <a:cubicBezTo>
                  <a:pt x="59162" y="219182"/>
                  <a:pt x="48417" y="210449"/>
                  <a:pt x="45378" y="198634"/>
                </a:cubicBezTo>
                <a:cubicBezTo>
                  <a:pt x="45078" y="198634"/>
                  <a:pt x="44821" y="198634"/>
                  <a:pt x="44521" y="198634"/>
                </a:cubicBezTo>
                <a:cubicBezTo>
                  <a:pt x="25600" y="198634"/>
                  <a:pt x="10274" y="183308"/>
                  <a:pt x="10274" y="164387"/>
                </a:cubicBezTo>
                <a:cubicBezTo>
                  <a:pt x="10274" y="156681"/>
                  <a:pt x="12843" y="149575"/>
                  <a:pt x="17124" y="143838"/>
                </a:cubicBezTo>
                <a:cubicBezTo>
                  <a:pt x="8819" y="137588"/>
                  <a:pt x="3425" y="127656"/>
                  <a:pt x="3425" y="116440"/>
                </a:cubicBezTo>
                <a:cubicBezTo>
                  <a:pt x="3425" y="103212"/>
                  <a:pt x="10959" y="91697"/>
                  <a:pt x="21918" y="86003"/>
                </a:cubicBezTo>
                <a:cubicBezTo>
                  <a:pt x="18879" y="80866"/>
                  <a:pt x="17124" y="74873"/>
                  <a:pt x="17124" y="68494"/>
                </a:cubicBezTo>
                <a:cubicBezTo>
                  <a:pt x="17124" y="49573"/>
                  <a:pt x="32449" y="34247"/>
                  <a:pt x="51371" y="34247"/>
                </a:cubicBezTo>
                <a:lnTo>
                  <a:pt x="51371" y="23973"/>
                </a:lnTo>
                <a:close/>
                <a:moveTo>
                  <a:pt x="167811" y="23973"/>
                </a:moveTo>
                <a:lnTo>
                  <a:pt x="167811" y="34247"/>
                </a:lnTo>
                <a:cubicBezTo>
                  <a:pt x="186733" y="34247"/>
                  <a:pt x="202058" y="49573"/>
                  <a:pt x="202058" y="68494"/>
                </a:cubicBezTo>
                <a:cubicBezTo>
                  <a:pt x="202058" y="74916"/>
                  <a:pt x="200303" y="80909"/>
                  <a:pt x="197264" y="86003"/>
                </a:cubicBezTo>
                <a:cubicBezTo>
                  <a:pt x="208266" y="91697"/>
                  <a:pt x="215757" y="103170"/>
                  <a:pt x="215757" y="116440"/>
                </a:cubicBezTo>
                <a:cubicBezTo>
                  <a:pt x="215757" y="127656"/>
                  <a:pt x="210363" y="137588"/>
                  <a:pt x="202058" y="143838"/>
                </a:cubicBezTo>
                <a:cubicBezTo>
                  <a:pt x="206339" y="149575"/>
                  <a:pt x="208908" y="156681"/>
                  <a:pt x="208908" y="164387"/>
                </a:cubicBezTo>
                <a:cubicBezTo>
                  <a:pt x="208908" y="183308"/>
                  <a:pt x="193582" y="198634"/>
                  <a:pt x="174661" y="198634"/>
                </a:cubicBezTo>
                <a:cubicBezTo>
                  <a:pt x="174361" y="198634"/>
                  <a:pt x="174104" y="198634"/>
                  <a:pt x="173804" y="198634"/>
                </a:cubicBezTo>
                <a:cubicBezTo>
                  <a:pt x="170765" y="210449"/>
                  <a:pt x="160020" y="219182"/>
                  <a:pt x="147263" y="219182"/>
                </a:cubicBezTo>
                <a:lnTo>
                  <a:pt x="133564" y="219182"/>
                </a:lnTo>
                <a:cubicBezTo>
                  <a:pt x="125987" y="219182"/>
                  <a:pt x="119865" y="213060"/>
                  <a:pt x="119865" y="205483"/>
                </a:cubicBezTo>
                <a:lnTo>
                  <a:pt x="119865" y="13699"/>
                </a:lnTo>
                <a:cubicBezTo>
                  <a:pt x="119865" y="6122"/>
                  <a:pt x="125987" y="0"/>
                  <a:pt x="133564" y="0"/>
                </a:cubicBezTo>
                <a:lnTo>
                  <a:pt x="143838" y="0"/>
                </a:lnTo>
                <a:cubicBezTo>
                  <a:pt x="157066" y="0"/>
                  <a:pt x="167811" y="10745"/>
                  <a:pt x="167811" y="2397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75959" y="1181871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75959" y="1510644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trained on decades of agricultural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8413" y="228942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64534" y="2435546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85190" y="2997"/>
                </a:moveTo>
                <a:cubicBezTo>
                  <a:pt x="89214" y="-1027"/>
                  <a:pt x="95721" y="-1027"/>
                  <a:pt x="99702" y="2997"/>
                </a:cubicBezTo>
                <a:lnTo>
                  <a:pt x="137973" y="41268"/>
                </a:lnTo>
                <a:lnTo>
                  <a:pt x="161518" y="17723"/>
                </a:lnTo>
                <a:cubicBezTo>
                  <a:pt x="166869" y="12372"/>
                  <a:pt x="175560" y="12372"/>
                  <a:pt x="180911" y="17723"/>
                </a:cubicBezTo>
                <a:lnTo>
                  <a:pt x="201459" y="38271"/>
                </a:lnTo>
                <a:cubicBezTo>
                  <a:pt x="206810" y="43622"/>
                  <a:pt x="206810" y="52313"/>
                  <a:pt x="201459" y="57664"/>
                </a:cubicBezTo>
                <a:lnTo>
                  <a:pt x="177914" y="81209"/>
                </a:lnTo>
                <a:lnTo>
                  <a:pt x="216185" y="119480"/>
                </a:lnTo>
                <a:cubicBezTo>
                  <a:pt x="220209" y="123504"/>
                  <a:pt x="220209" y="130011"/>
                  <a:pt x="216185" y="133992"/>
                </a:cubicBezTo>
                <a:lnTo>
                  <a:pt x="175089" y="175089"/>
                </a:lnTo>
                <a:cubicBezTo>
                  <a:pt x="171065" y="179113"/>
                  <a:pt x="164558" y="179113"/>
                  <a:pt x="160577" y="175089"/>
                </a:cubicBezTo>
                <a:lnTo>
                  <a:pt x="122305" y="136818"/>
                </a:lnTo>
                <a:lnTo>
                  <a:pt x="115670" y="143453"/>
                </a:lnTo>
                <a:cubicBezTo>
                  <a:pt x="120550" y="153984"/>
                  <a:pt x="123290" y="165714"/>
                  <a:pt x="123290" y="178085"/>
                </a:cubicBezTo>
                <a:cubicBezTo>
                  <a:pt x="123290" y="191656"/>
                  <a:pt x="119994" y="204413"/>
                  <a:pt x="114214" y="215672"/>
                </a:cubicBezTo>
                <a:cubicBezTo>
                  <a:pt x="112202" y="219524"/>
                  <a:pt x="107065" y="220081"/>
                  <a:pt x="104026" y="216999"/>
                </a:cubicBezTo>
                <a:lnTo>
                  <a:pt x="62801" y="175774"/>
                </a:lnTo>
                <a:lnTo>
                  <a:pt x="37115" y="201459"/>
                </a:lnTo>
                <a:cubicBezTo>
                  <a:pt x="31764" y="206810"/>
                  <a:pt x="23074" y="206810"/>
                  <a:pt x="17723" y="201459"/>
                </a:cubicBezTo>
                <a:cubicBezTo>
                  <a:pt x="12372" y="196108"/>
                  <a:pt x="12372" y="187418"/>
                  <a:pt x="17723" y="182067"/>
                </a:cubicBezTo>
                <a:lnTo>
                  <a:pt x="43408" y="156381"/>
                </a:lnTo>
                <a:lnTo>
                  <a:pt x="2183" y="115156"/>
                </a:lnTo>
                <a:cubicBezTo>
                  <a:pt x="-899" y="112074"/>
                  <a:pt x="-342" y="106937"/>
                  <a:pt x="3510" y="104968"/>
                </a:cubicBezTo>
                <a:cubicBezTo>
                  <a:pt x="14769" y="99146"/>
                  <a:pt x="27569" y="95892"/>
                  <a:pt x="41097" y="95892"/>
                </a:cubicBezTo>
                <a:cubicBezTo>
                  <a:pt x="53468" y="95892"/>
                  <a:pt x="65198" y="98632"/>
                  <a:pt x="75729" y="103512"/>
                </a:cubicBezTo>
                <a:lnTo>
                  <a:pt x="82364" y="96877"/>
                </a:lnTo>
                <a:lnTo>
                  <a:pt x="44093" y="58648"/>
                </a:lnTo>
                <a:cubicBezTo>
                  <a:pt x="40069" y="54624"/>
                  <a:pt x="40069" y="48117"/>
                  <a:pt x="44093" y="44136"/>
                </a:cubicBezTo>
                <a:lnTo>
                  <a:pt x="85190" y="2997"/>
                </a:lnTo>
                <a:close/>
                <a:moveTo>
                  <a:pt x="92467" y="24786"/>
                </a:moveTo>
                <a:lnTo>
                  <a:pt x="65883" y="51371"/>
                </a:lnTo>
                <a:lnTo>
                  <a:pt x="96877" y="82364"/>
                </a:lnTo>
                <a:lnTo>
                  <a:pt x="123461" y="55780"/>
                </a:lnTo>
                <a:lnTo>
                  <a:pt x="92467" y="24786"/>
                </a:lnTo>
                <a:close/>
                <a:moveTo>
                  <a:pt x="167811" y="153299"/>
                </a:moveTo>
                <a:lnTo>
                  <a:pt x="194396" y="126715"/>
                </a:lnTo>
                <a:lnTo>
                  <a:pt x="163402" y="95721"/>
                </a:lnTo>
                <a:lnTo>
                  <a:pt x="136818" y="122305"/>
                </a:lnTo>
                <a:lnTo>
                  <a:pt x="167811" y="153299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75959" y="2289425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Integration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75959" y="2618198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NDVI monitoring for vegetation health assessment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18413" y="339686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91932" y="3542987"/>
            <a:ext cx="164387" cy="219182"/>
          </a:xfrm>
          <a:custGeom>
            <a:avLst/>
            <a:gdLst/>
            <a:ahLst/>
            <a:cxnLst/>
            <a:rect l="l" t="t" r="r" b="b"/>
            <a:pathLst>
              <a:path w="164387" h="219182">
                <a:moveTo>
                  <a:pt x="6849" y="27398"/>
                </a:moveTo>
                <a:cubicBezTo>
                  <a:pt x="6849" y="12286"/>
                  <a:pt x="19136" y="0"/>
                  <a:pt x="34247" y="0"/>
                </a:cubicBezTo>
                <a:lnTo>
                  <a:pt x="130139" y="0"/>
                </a:lnTo>
                <a:cubicBezTo>
                  <a:pt x="145251" y="0"/>
                  <a:pt x="157537" y="12286"/>
                  <a:pt x="157537" y="27398"/>
                </a:cubicBezTo>
                <a:lnTo>
                  <a:pt x="157537" y="191784"/>
                </a:lnTo>
                <a:cubicBezTo>
                  <a:pt x="157537" y="206896"/>
                  <a:pt x="145251" y="219182"/>
                  <a:pt x="130139" y="219182"/>
                </a:cubicBezTo>
                <a:lnTo>
                  <a:pt x="34247" y="219182"/>
                </a:lnTo>
                <a:cubicBezTo>
                  <a:pt x="19136" y="219182"/>
                  <a:pt x="6849" y="206896"/>
                  <a:pt x="6849" y="191784"/>
                </a:cubicBezTo>
                <a:lnTo>
                  <a:pt x="6849" y="27398"/>
                </a:lnTo>
                <a:close/>
                <a:moveTo>
                  <a:pt x="34247" y="27398"/>
                </a:moveTo>
                <a:lnTo>
                  <a:pt x="34247" y="157537"/>
                </a:lnTo>
                <a:lnTo>
                  <a:pt x="130139" y="157537"/>
                </a:lnTo>
                <a:lnTo>
                  <a:pt x="130139" y="27398"/>
                </a:lnTo>
                <a:lnTo>
                  <a:pt x="34247" y="27398"/>
                </a:lnTo>
                <a:close/>
                <a:moveTo>
                  <a:pt x="82193" y="202058"/>
                </a:moveTo>
                <a:cubicBezTo>
                  <a:pt x="89770" y="202058"/>
                  <a:pt x="95892" y="195937"/>
                  <a:pt x="95892" y="188360"/>
                </a:cubicBezTo>
                <a:cubicBezTo>
                  <a:pt x="95892" y="180782"/>
                  <a:pt x="89770" y="174661"/>
                  <a:pt x="82193" y="174661"/>
                </a:cubicBezTo>
                <a:cubicBezTo>
                  <a:pt x="74616" y="174661"/>
                  <a:pt x="68494" y="180782"/>
                  <a:pt x="68494" y="188360"/>
                </a:cubicBezTo>
                <a:cubicBezTo>
                  <a:pt x="68494" y="195937"/>
                  <a:pt x="74616" y="202058"/>
                  <a:pt x="82193" y="20205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875959" y="3396865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Access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75959" y="3725638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dashboard, WhatsApp chatbot, and mobile-friendly interface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95578" y="4801913"/>
            <a:ext cx="3824726" cy="1687702"/>
          </a:xfrm>
          <a:custGeom>
            <a:avLst/>
            <a:gdLst/>
            <a:ahLst/>
            <a:cxnLst/>
            <a:rect l="l" t="t" r="r" b="b"/>
            <a:pathLst>
              <a:path w="3824726" h="1687702">
                <a:moveTo>
                  <a:pt x="109599" y="0"/>
                </a:moveTo>
                <a:lnTo>
                  <a:pt x="3715127" y="0"/>
                </a:lnTo>
                <a:cubicBezTo>
                  <a:pt x="3775657" y="0"/>
                  <a:pt x="3824726" y="49069"/>
                  <a:pt x="3824726" y="109599"/>
                </a:cubicBezTo>
                <a:lnTo>
                  <a:pt x="3824726" y="1578102"/>
                </a:lnTo>
                <a:cubicBezTo>
                  <a:pt x="3824726" y="1638632"/>
                  <a:pt x="3775657" y="1687702"/>
                  <a:pt x="3715127" y="1687702"/>
                </a:cubicBezTo>
                <a:lnTo>
                  <a:pt x="109599" y="1687702"/>
                </a:lnTo>
                <a:cubicBezTo>
                  <a:pt x="49069" y="1687702"/>
                  <a:pt x="0" y="1638632"/>
                  <a:pt x="0" y="1578102"/>
                </a:cubicBezTo>
                <a:lnTo>
                  <a:pt x="0" y="109599"/>
                </a:lnTo>
                <a:cubicBezTo>
                  <a:pt x="0" y="49110"/>
                  <a:pt x="49110" y="0"/>
                  <a:pt x="10959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181882" y="5006483"/>
            <a:ext cx="273978" cy="219182"/>
          </a:xfrm>
          <a:custGeom>
            <a:avLst/>
            <a:gdLst/>
            <a:ahLst/>
            <a:cxnLst/>
            <a:rect l="l" t="t" r="r" b="b"/>
            <a:pathLst>
              <a:path w="273978" h="219182">
                <a:moveTo>
                  <a:pt x="136989" y="6849"/>
                </a:moveTo>
                <a:cubicBezTo>
                  <a:pt x="161561" y="6849"/>
                  <a:pt x="181510" y="26799"/>
                  <a:pt x="181510" y="51371"/>
                </a:cubicBezTo>
                <a:cubicBezTo>
                  <a:pt x="181510" y="75943"/>
                  <a:pt x="161561" y="95892"/>
                  <a:pt x="136989" y="95892"/>
                </a:cubicBezTo>
                <a:cubicBezTo>
                  <a:pt x="112417" y="95892"/>
                  <a:pt x="92467" y="75943"/>
                  <a:pt x="92467" y="51371"/>
                </a:cubicBezTo>
                <a:cubicBezTo>
                  <a:pt x="92467" y="26799"/>
                  <a:pt x="112417" y="6849"/>
                  <a:pt x="136989" y="6849"/>
                </a:cubicBezTo>
                <a:close/>
                <a:moveTo>
                  <a:pt x="41097" y="37672"/>
                </a:moveTo>
                <a:cubicBezTo>
                  <a:pt x="58108" y="37672"/>
                  <a:pt x="71919" y="51483"/>
                  <a:pt x="71919" y="68494"/>
                </a:cubicBezTo>
                <a:cubicBezTo>
                  <a:pt x="71919" y="85506"/>
                  <a:pt x="58108" y="99317"/>
                  <a:pt x="41097" y="99317"/>
                </a:cubicBezTo>
                <a:cubicBezTo>
                  <a:pt x="24085" y="99317"/>
                  <a:pt x="10274" y="85506"/>
                  <a:pt x="10274" y="68494"/>
                </a:cubicBezTo>
                <a:cubicBezTo>
                  <a:pt x="10274" y="51483"/>
                  <a:pt x="24085" y="37672"/>
                  <a:pt x="41097" y="37672"/>
                </a:cubicBezTo>
                <a:close/>
                <a:moveTo>
                  <a:pt x="0" y="178085"/>
                </a:moveTo>
                <a:cubicBezTo>
                  <a:pt x="0" y="147819"/>
                  <a:pt x="24530" y="123290"/>
                  <a:pt x="54796" y="123290"/>
                </a:cubicBezTo>
                <a:cubicBezTo>
                  <a:pt x="60275" y="123290"/>
                  <a:pt x="65583" y="124103"/>
                  <a:pt x="70592" y="125602"/>
                </a:cubicBezTo>
                <a:cubicBezTo>
                  <a:pt x="56508" y="141355"/>
                  <a:pt x="47946" y="162160"/>
                  <a:pt x="47946" y="184935"/>
                </a:cubicBezTo>
                <a:lnTo>
                  <a:pt x="47946" y="191784"/>
                </a:lnTo>
                <a:cubicBezTo>
                  <a:pt x="47946" y="196664"/>
                  <a:pt x="48973" y="201288"/>
                  <a:pt x="50814" y="205483"/>
                </a:cubicBezTo>
                <a:lnTo>
                  <a:pt x="13699" y="205483"/>
                </a:lnTo>
                <a:cubicBezTo>
                  <a:pt x="6122" y="205483"/>
                  <a:pt x="0" y="199361"/>
                  <a:pt x="0" y="191784"/>
                </a:cubicBezTo>
                <a:lnTo>
                  <a:pt x="0" y="178085"/>
                </a:lnTo>
                <a:close/>
                <a:moveTo>
                  <a:pt x="223163" y="205483"/>
                </a:moveTo>
                <a:cubicBezTo>
                  <a:pt x="225004" y="201288"/>
                  <a:pt x="226031" y="196664"/>
                  <a:pt x="226031" y="191784"/>
                </a:cubicBezTo>
                <a:lnTo>
                  <a:pt x="226031" y="184935"/>
                </a:lnTo>
                <a:cubicBezTo>
                  <a:pt x="226031" y="162160"/>
                  <a:pt x="217470" y="141355"/>
                  <a:pt x="203386" y="125602"/>
                </a:cubicBezTo>
                <a:cubicBezTo>
                  <a:pt x="208394" y="124103"/>
                  <a:pt x="213702" y="123290"/>
                  <a:pt x="219182" y="123290"/>
                </a:cubicBezTo>
                <a:cubicBezTo>
                  <a:pt x="249448" y="123290"/>
                  <a:pt x="273978" y="147819"/>
                  <a:pt x="273978" y="178085"/>
                </a:cubicBezTo>
                <a:lnTo>
                  <a:pt x="273978" y="191784"/>
                </a:lnTo>
                <a:cubicBezTo>
                  <a:pt x="273978" y="199361"/>
                  <a:pt x="267856" y="205483"/>
                  <a:pt x="260279" y="205483"/>
                </a:cubicBezTo>
                <a:lnTo>
                  <a:pt x="223163" y="205483"/>
                </a:lnTo>
                <a:close/>
                <a:moveTo>
                  <a:pt x="202058" y="68494"/>
                </a:moveTo>
                <a:cubicBezTo>
                  <a:pt x="202058" y="51483"/>
                  <a:pt x="215870" y="37672"/>
                  <a:pt x="232881" y="37672"/>
                </a:cubicBezTo>
                <a:cubicBezTo>
                  <a:pt x="249892" y="37672"/>
                  <a:pt x="263703" y="51483"/>
                  <a:pt x="263703" y="68494"/>
                </a:cubicBezTo>
                <a:cubicBezTo>
                  <a:pt x="263703" y="85506"/>
                  <a:pt x="249892" y="99317"/>
                  <a:pt x="232881" y="99317"/>
                </a:cubicBezTo>
                <a:cubicBezTo>
                  <a:pt x="215870" y="99317"/>
                  <a:pt x="202058" y="85506"/>
                  <a:pt x="202058" y="68494"/>
                </a:cubicBezTo>
                <a:close/>
                <a:moveTo>
                  <a:pt x="68494" y="184935"/>
                </a:moveTo>
                <a:cubicBezTo>
                  <a:pt x="68494" y="147092"/>
                  <a:pt x="99146" y="116440"/>
                  <a:pt x="136989" y="116440"/>
                </a:cubicBezTo>
                <a:cubicBezTo>
                  <a:pt x="174832" y="116440"/>
                  <a:pt x="205483" y="147092"/>
                  <a:pt x="205483" y="184935"/>
                </a:cubicBezTo>
                <a:lnTo>
                  <a:pt x="205483" y="191784"/>
                </a:lnTo>
                <a:cubicBezTo>
                  <a:pt x="205483" y="199361"/>
                  <a:pt x="199361" y="205483"/>
                  <a:pt x="191784" y="205483"/>
                </a:cubicBezTo>
                <a:lnTo>
                  <a:pt x="82193" y="205483"/>
                </a:lnTo>
                <a:cubicBezTo>
                  <a:pt x="74616" y="205483"/>
                  <a:pt x="68494" y="199361"/>
                  <a:pt x="68494" y="191784"/>
                </a:cubicBezTo>
                <a:lnTo>
                  <a:pt x="68494" y="184935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65451" y="4988218"/>
            <a:ext cx="120550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1882" y="5353522"/>
            <a:ext cx="3525178" cy="94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Smallholder farmers, agricultural cooperatives, government extension services, and agri-tech companies seeking data-driven crop planning solutions.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Challenges in Indian Agriculture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464" y="15506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2812" y="-1191"/>
                </a:moveTo>
                <a:cubicBezTo>
                  <a:pt x="112402" y="-3125"/>
                  <a:pt x="111100" y="-4725"/>
                  <a:pt x="109277" y="-5507"/>
                </a:cubicBezTo>
                <a:cubicBezTo>
                  <a:pt x="107454" y="-6288"/>
                  <a:pt x="105370" y="-6065"/>
                  <a:pt x="103733" y="-4986"/>
                </a:cubicBezTo>
                <a:lnTo>
                  <a:pt x="77391" y="12502"/>
                </a:lnTo>
                <a:lnTo>
                  <a:pt x="51085" y="-4949"/>
                </a:lnTo>
                <a:cubicBezTo>
                  <a:pt x="49448" y="-6028"/>
                  <a:pt x="47365" y="-6251"/>
                  <a:pt x="45541" y="-5469"/>
                </a:cubicBezTo>
                <a:cubicBezTo>
                  <a:pt x="43718" y="-4688"/>
                  <a:pt x="42379" y="-3088"/>
                  <a:pt x="42007" y="-1153"/>
                </a:cubicBezTo>
                <a:lnTo>
                  <a:pt x="35719" y="29766"/>
                </a:lnTo>
                <a:lnTo>
                  <a:pt x="4763" y="36016"/>
                </a:lnTo>
                <a:cubicBezTo>
                  <a:pt x="2828" y="36426"/>
                  <a:pt x="1228" y="37728"/>
                  <a:pt x="446" y="39551"/>
                </a:cubicBezTo>
                <a:cubicBezTo>
                  <a:pt x="-335" y="41374"/>
                  <a:pt x="-112" y="43458"/>
                  <a:pt x="967" y="45095"/>
                </a:cubicBezTo>
                <a:lnTo>
                  <a:pt x="18455" y="71438"/>
                </a:lnTo>
                <a:lnTo>
                  <a:pt x="1005" y="97743"/>
                </a:lnTo>
                <a:cubicBezTo>
                  <a:pt x="-74" y="99380"/>
                  <a:pt x="-298" y="101464"/>
                  <a:pt x="484" y="103287"/>
                </a:cubicBezTo>
                <a:cubicBezTo>
                  <a:pt x="1265" y="105110"/>
                  <a:pt x="2865" y="106449"/>
                  <a:pt x="4800" y="106821"/>
                </a:cubicBezTo>
                <a:lnTo>
                  <a:pt x="35719" y="113109"/>
                </a:lnTo>
                <a:lnTo>
                  <a:pt x="41970" y="144066"/>
                </a:lnTo>
                <a:cubicBezTo>
                  <a:pt x="42379" y="146000"/>
                  <a:pt x="43681" y="147600"/>
                  <a:pt x="45504" y="148382"/>
                </a:cubicBezTo>
                <a:cubicBezTo>
                  <a:pt x="47327" y="149163"/>
                  <a:pt x="49411" y="148940"/>
                  <a:pt x="51048" y="147861"/>
                </a:cubicBezTo>
                <a:lnTo>
                  <a:pt x="76088" y="131266"/>
                </a:lnTo>
                <a:cubicBezTo>
                  <a:pt x="70210" y="124048"/>
                  <a:pt x="66415" y="115081"/>
                  <a:pt x="65596" y="105259"/>
                </a:cubicBezTo>
                <a:cubicBezTo>
                  <a:pt x="51643" y="100385"/>
                  <a:pt x="41635" y="87139"/>
                  <a:pt x="41635" y="71512"/>
                </a:cubicBezTo>
                <a:cubicBezTo>
                  <a:pt x="41635" y="51792"/>
                  <a:pt x="57634" y="35793"/>
                  <a:pt x="77353" y="35793"/>
                </a:cubicBezTo>
                <a:cubicBezTo>
                  <a:pt x="85427" y="35793"/>
                  <a:pt x="92906" y="38472"/>
                  <a:pt x="98859" y="43011"/>
                </a:cubicBezTo>
                <a:cubicBezTo>
                  <a:pt x="104626" y="36463"/>
                  <a:pt x="112588" y="31849"/>
                  <a:pt x="121593" y="30361"/>
                </a:cubicBezTo>
                <a:lnTo>
                  <a:pt x="119063" y="29766"/>
                </a:lnTo>
                <a:lnTo>
                  <a:pt x="112812" y="-1191"/>
                </a:lnTo>
                <a:close/>
                <a:moveTo>
                  <a:pt x="90413" y="59196"/>
                </a:moveTo>
                <a:cubicBezTo>
                  <a:pt x="87139" y="55736"/>
                  <a:pt x="82525" y="53578"/>
                  <a:pt x="77391" y="53578"/>
                </a:cubicBezTo>
                <a:cubicBezTo>
                  <a:pt x="67531" y="53578"/>
                  <a:pt x="59531" y="61578"/>
                  <a:pt x="59531" y="71438"/>
                </a:cubicBezTo>
                <a:cubicBezTo>
                  <a:pt x="59531" y="77763"/>
                  <a:pt x="62843" y="83344"/>
                  <a:pt x="67791" y="86506"/>
                </a:cubicBezTo>
                <a:cubicBezTo>
                  <a:pt x="71586" y="74823"/>
                  <a:pt x="79735" y="65150"/>
                  <a:pt x="90376" y="59345"/>
                </a:cubicBezTo>
                <a:lnTo>
                  <a:pt x="90413" y="59196"/>
                </a:lnTo>
                <a:close/>
                <a:moveTo>
                  <a:pt x="113109" y="130969"/>
                </a:moveTo>
                <a:lnTo>
                  <a:pt x="184547" y="130969"/>
                </a:lnTo>
                <a:cubicBezTo>
                  <a:pt x="200992" y="130969"/>
                  <a:pt x="214313" y="117649"/>
                  <a:pt x="214313" y="101203"/>
                </a:cubicBezTo>
                <a:cubicBezTo>
                  <a:pt x="214313" y="88590"/>
                  <a:pt x="206462" y="77800"/>
                  <a:pt x="195374" y="73484"/>
                </a:cubicBezTo>
                <a:cubicBezTo>
                  <a:pt x="196081" y="70954"/>
                  <a:pt x="196453" y="68275"/>
                  <a:pt x="196453" y="65484"/>
                </a:cubicBezTo>
                <a:cubicBezTo>
                  <a:pt x="196453" y="49039"/>
                  <a:pt x="183133" y="35719"/>
                  <a:pt x="166688" y="35719"/>
                </a:cubicBezTo>
                <a:cubicBezTo>
                  <a:pt x="155228" y="35719"/>
                  <a:pt x="145293" y="42193"/>
                  <a:pt x="140308" y="51643"/>
                </a:cubicBezTo>
                <a:cubicBezTo>
                  <a:pt x="136847" y="49113"/>
                  <a:pt x="132606" y="47625"/>
                  <a:pt x="127992" y="47625"/>
                </a:cubicBezTo>
                <a:cubicBezTo>
                  <a:pt x="116495" y="47625"/>
                  <a:pt x="107156" y="56964"/>
                  <a:pt x="107156" y="68461"/>
                </a:cubicBezTo>
                <a:cubicBezTo>
                  <a:pt x="107156" y="69652"/>
                  <a:pt x="107268" y="70842"/>
                  <a:pt x="107454" y="71958"/>
                </a:cubicBezTo>
                <a:cubicBezTo>
                  <a:pt x="93725" y="74600"/>
                  <a:pt x="83344" y="86692"/>
                  <a:pt x="83344" y="101203"/>
                </a:cubicBezTo>
                <a:cubicBezTo>
                  <a:pt x="83344" y="117649"/>
                  <a:pt x="96664" y="130969"/>
                  <a:pt x="113109" y="130969"/>
                </a:cubicBezTo>
                <a:close/>
                <a:moveTo>
                  <a:pt x="106040" y="149237"/>
                </a:moveTo>
                <a:cubicBezTo>
                  <a:pt x="101352" y="147675"/>
                  <a:pt x="96292" y="150205"/>
                  <a:pt x="94729" y="154893"/>
                </a:cubicBezTo>
                <a:lnTo>
                  <a:pt x="86767" y="178743"/>
                </a:lnTo>
                <a:cubicBezTo>
                  <a:pt x="85204" y="183431"/>
                  <a:pt x="87734" y="188491"/>
                  <a:pt x="92422" y="190054"/>
                </a:cubicBezTo>
                <a:cubicBezTo>
                  <a:pt x="97110" y="191616"/>
                  <a:pt x="102171" y="189086"/>
                  <a:pt x="103733" y="184398"/>
                </a:cubicBezTo>
                <a:lnTo>
                  <a:pt x="111696" y="160548"/>
                </a:lnTo>
                <a:cubicBezTo>
                  <a:pt x="113258" y="155860"/>
                  <a:pt x="110728" y="150800"/>
                  <a:pt x="106040" y="149237"/>
                </a:cubicBezTo>
                <a:close/>
                <a:moveTo>
                  <a:pt x="150688" y="149237"/>
                </a:moveTo>
                <a:cubicBezTo>
                  <a:pt x="146000" y="147675"/>
                  <a:pt x="140940" y="150205"/>
                  <a:pt x="139378" y="154893"/>
                </a:cubicBezTo>
                <a:lnTo>
                  <a:pt x="131415" y="178743"/>
                </a:lnTo>
                <a:cubicBezTo>
                  <a:pt x="129853" y="183431"/>
                  <a:pt x="132383" y="188491"/>
                  <a:pt x="137071" y="190054"/>
                </a:cubicBezTo>
                <a:cubicBezTo>
                  <a:pt x="141759" y="191616"/>
                  <a:pt x="146819" y="189086"/>
                  <a:pt x="148382" y="184398"/>
                </a:cubicBezTo>
                <a:lnTo>
                  <a:pt x="156344" y="160548"/>
                </a:lnTo>
                <a:cubicBezTo>
                  <a:pt x="157907" y="155860"/>
                  <a:pt x="155377" y="150800"/>
                  <a:pt x="150688" y="149237"/>
                </a:cubicBezTo>
                <a:close/>
                <a:moveTo>
                  <a:pt x="195337" y="149237"/>
                </a:moveTo>
                <a:cubicBezTo>
                  <a:pt x="190649" y="147675"/>
                  <a:pt x="185589" y="150205"/>
                  <a:pt x="184026" y="154893"/>
                </a:cubicBezTo>
                <a:lnTo>
                  <a:pt x="176064" y="178743"/>
                </a:lnTo>
                <a:cubicBezTo>
                  <a:pt x="174501" y="183431"/>
                  <a:pt x="177031" y="188491"/>
                  <a:pt x="181719" y="190054"/>
                </a:cubicBezTo>
                <a:cubicBezTo>
                  <a:pt x="186407" y="191616"/>
                  <a:pt x="191467" y="189086"/>
                  <a:pt x="193030" y="184398"/>
                </a:cubicBezTo>
                <a:lnTo>
                  <a:pt x="200992" y="160548"/>
                </a:lnTo>
                <a:cubicBezTo>
                  <a:pt x="202555" y="155860"/>
                  <a:pt x="200025" y="150800"/>
                  <a:pt x="195337" y="149237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1257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Unpredictable Weather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20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change has made weather patterns increasingly erratic. Farmers struggle to predict rainfall, temperature fluctuations, and extreme weather events.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070" y="2827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7720" y="280797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of farmers report weather uncertainty as primary concern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322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65570" y="15506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51257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Soil Variability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2220" y="198882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quality varies dramatically across regions. Without proper soil testing and analysis, farmers cannot optimize fertilizer usage or crop selection.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1270" y="25793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98920" y="256032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yield loss due to improper soil management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10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62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12520" y="356616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Lack of Data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0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agricultural data—weather forecasts, market prices, soil health—remains fragmented and inaccessible to rural farmers who need it most.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0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7720" y="4613911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15% of farmers have access to digital advisory services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322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774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03720" y="356616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Financial Losses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crop planning leads to significant financial distress. Farmers face debt cycles, crop failures, and inability to invest in better practices.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12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618" y="9525"/>
                </a:moveTo>
                <a:cubicBezTo>
                  <a:pt x="44768" y="9525"/>
                  <a:pt x="49798" y="10537"/>
                  <a:pt x="54471" y="12412"/>
                </a:cubicBezTo>
                <a:lnTo>
                  <a:pt x="70783" y="37773"/>
                </a:lnTo>
                <a:lnTo>
                  <a:pt x="48339" y="60216"/>
                </a:lnTo>
                <a:cubicBezTo>
                  <a:pt x="47893" y="60662"/>
                  <a:pt x="47625" y="61287"/>
                  <a:pt x="47655" y="61942"/>
                </a:cubicBezTo>
                <a:cubicBezTo>
                  <a:pt x="47685" y="62597"/>
                  <a:pt x="47952" y="63192"/>
                  <a:pt x="48429" y="63639"/>
                </a:cubicBezTo>
                <a:lnTo>
                  <a:pt x="81766" y="94595"/>
                </a:lnTo>
                <a:cubicBezTo>
                  <a:pt x="82629" y="95399"/>
                  <a:pt x="83969" y="95458"/>
                  <a:pt x="84892" y="94684"/>
                </a:cubicBezTo>
                <a:cubicBezTo>
                  <a:pt x="85814" y="93911"/>
                  <a:pt x="86023" y="92601"/>
                  <a:pt x="85398" y="91589"/>
                </a:cubicBezTo>
                <a:lnTo>
                  <a:pt x="67419" y="62389"/>
                </a:lnTo>
                <a:lnTo>
                  <a:pt x="94417" y="39886"/>
                </a:lnTo>
                <a:cubicBezTo>
                  <a:pt x="95190" y="39261"/>
                  <a:pt x="95458" y="38189"/>
                  <a:pt x="95131" y="37267"/>
                </a:cubicBezTo>
                <a:lnTo>
                  <a:pt x="88225" y="18038"/>
                </a:lnTo>
                <a:cubicBezTo>
                  <a:pt x="95131" y="12591"/>
                  <a:pt x="103763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98920" y="4613911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12,000+ farmer suicides annually linked to crop failure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5120640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41020" y="5276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1995" y="5429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26820" y="527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Need for Intelligent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6820" y="5619750"/>
            <a:ext cx="10496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an urgent need for an </a:t>
            </a: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intelligent, accessible, and scalable system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predict crop yields accurately before planting, helping farmers choose suitable crops, optimize resource usage, and improve overall productivity.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KrishiAI: Intelligent Crop Yield Prediction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6713220" cy="2931795"/>
          </a:xfrm>
          <a:custGeom>
            <a:avLst/>
            <a:gdLst/>
            <a:ahLst/>
            <a:cxnLst/>
            <a:rect l="l" t="t" r="r" b="b"/>
            <a:pathLst>
              <a:path w="6713220" h="2931795">
                <a:moveTo>
                  <a:pt x="114311" y="0"/>
                </a:moveTo>
                <a:lnTo>
                  <a:pt x="6598909" y="0"/>
                </a:lnTo>
                <a:cubicBezTo>
                  <a:pt x="6662041" y="0"/>
                  <a:pt x="6713220" y="51179"/>
                  <a:pt x="6713220" y="114311"/>
                </a:cubicBezTo>
                <a:lnTo>
                  <a:pt x="6713220" y="2817484"/>
                </a:lnTo>
                <a:cubicBezTo>
                  <a:pt x="6713220" y="2880616"/>
                  <a:pt x="6662041" y="2931795"/>
                  <a:pt x="6598909" y="2931795"/>
                </a:cubicBezTo>
                <a:lnTo>
                  <a:pt x="114311" y="2931795"/>
                </a:lnTo>
                <a:cubicBezTo>
                  <a:pt x="51179" y="2931795"/>
                  <a:pt x="0" y="2880616"/>
                  <a:pt x="0" y="281748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1020" y="141732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1020" y="1836302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is a comprehensive </a:t>
            </a: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Learning-based Crop Yield Prediction System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multiple data sources to deliver accurate predictions and actionable insights.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830" y="2449712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1990" y="2605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29640" y="2567822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872622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weather, soil data, satellite imagery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2380" y="2449712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939540" y="2605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87190" y="2567822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0490" y="2872622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models for yield forecasting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830" y="3303150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81990" y="3459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9640" y="342126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" y="372606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interface for farmers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2380" y="3303150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9540" y="3459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87190" y="3421261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Planning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20490" y="372606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recommendations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4316612"/>
            <a:ext cx="6713220" cy="2103120"/>
          </a:xfrm>
          <a:custGeom>
            <a:avLst/>
            <a:gdLst/>
            <a:ahLst/>
            <a:cxnLst/>
            <a:rect l="l" t="t" r="r" b="b"/>
            <a:pathLst>
              <a:path w="6713220" h="2103120">
                <a:moveTo>
                  <a:pt x="114305" y="0"/>
                </a:moveTo>
                <a:lnTo>
                  <a:pt x="6598915" y="0"/>
                </a:lnTo>
                <a:cubicBezTo>
                  <a:pt x="6662044" y="0"/>
                  <a:pt x="6713220" y="51176"/>
                  <a:pt x="6713220" y="114305"/>
                </a:cubicBezTo>
                <a:lnTo>
                  <a:pt x="6713220" y="1988815"/>
                </a:lnTo>
                <a:cubicBezTo>
                  <a:pt x="6713220" y="2051944"/>
                  <a:pt x="6662044" y="2103120"/>
                  <a:pt x="65989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1020" y="4472822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070" y="4891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7720" y="4853822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Prediction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7720" y="508242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crop yield 2-3 months in advance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36670" y="4891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84320" y="4853822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Recommendation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84320" y="5082422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 best crops based on soil &amp; weather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0070" y="53872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7720" y="5349122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7720" y="5577722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image analysis for crop diseases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36670" y="53872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084320" y="5349122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Prices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84320" y="5577722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mandi prices and trends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0070" y="5882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7720" y="5844422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Alerts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7720" y="6073022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Hyperlocal weather forecasts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36670" y="5882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084320" y="584442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Schemes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084320" y="607302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on subsidies &amp; programs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4250" y="1261110"/>
            <a:ext cx="4474845" cy="2636520"/>
          </a:xfrm>
          <a:custGeom>
            <a:avLst/>
            <a:gdLst/>
            <a:ahLst/>
            <a:cxnLst/>
            <a:rect l="l" t="t" r="r" b="b"/>
            <a:pathLst>
              <a:path w="4474845" h="2636520">
                <a:moveTo>
                  <a:pt x="114293" y="0"/>
                </a:moveTo>
                <a:lnTo>
                  <a:pt x="4360552" y="0"/>
                </a:lnTo>
                <a:cubicBezTo>
                  <a:pt x="4423632" y="0"/>
                  <a:pt x="4474845" y="51213"/>
                  <a:pt x="4474845" y="114293"/>
                </a:cubicBezTo>
                <a:lnTo>
                  <a:pt x="4474845" y="2522227"/>
                </a:lnTo>
                <a:cubicBezTo>
                  <a:pt x="4474845" y="2585307"/>
                  <a:pt x="4423632" y="2636520"/>
                  <a:pt x="43605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490460" y="141732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90460" y="179832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45942" y="179832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90460" y="20650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490460" y="2065020"/>
            <a:ext cx="3829050" cy="76200"/>
          </a:xfrm>
          <a:custGeom>
            <a:avLst/>
            <a:gdLst/>
            <a:ahLst/>
            <a:cxnLst/>
            <a:rect l="l" t="t" r="r" b="b"/>
            <a:pathLst>
              <a:path w="3829050" h="76200">
                <a:moveTo>
                  <a:pt x="38100" y="0"/>
                </a:moveTo>
                <a:lnTo>
                  <a:pt x="3790950" y="0"/>
                </a:lnTo>
                <a:cubicBezTo>
                  <a:pt x="3811978" y="0"/>
                  <a:pt x="3829050" y="17072"/>
                  <a:pt x="3829050" y="38100"/>
                </a:cubicBezTo>
                <a:lnTo>
                  <a:pt x="3829050" y="38100"/>
                </a:lnTo>
                <a:cubicBezTo>
                  <a:pt x="3829050" y="59128"/>
                  <a:pt x="3811978" y="76200"/>
                  <a:pt x="3790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490460" y="21793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High-precision ML predictions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90460" y="248412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97590" y="248412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0460" y="27508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490460" y="2750820"/>
            <a:ext cx="3533775" cy="76200"/>
          </a:xfrm>
          <a:custGeom>
            <a:avLst/>
            <a:gdLst/>
            <a:ahLst/>
            <a:cxnLst/>
            <a:rect l="l" t="t" r="r" b="b"/>
            <a:pathLst>
              <a:path w="3533775" h="76200">
                <a:moveTo>
                  <a:pt x="38100" y="0"/>
                </a:moveTo>
                <a:lnTo>
                  <a:pt x="3495675" y="0"/>
                </a:lnTo>
                <a:cubicBezTo>
                  <a:pt x="3516703" y="0"/>
                  <a:pt x="3533775" y="17072"/>
                  <a:pt x="3533775" y="38100"/>
                </a:cubicBezTo>
                <a:lnTo>
                  <a:pt x="3533775" y="38100"/>
                </a:lnTo>
                <a:cubicBezTo>
                  <a:pt x="3533775" y="59128"/>
                  <a:pt x="3516703" y="76200"/>
                  <a:pt x="3495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490460" y="28651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supported simultaneously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90460" y="316992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451908" y="316992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A+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0460" y="34366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490460" y="3436620"/>
            <a:ext cx="3952875" cy="76200"/>
          </a:xfrm>
          <a:custGeom>
            <a:avLst/>
            <a:gdLst/>
            <a:ahLst/>
            <a:cxnLst/>
            <a:rect l="l" t="t" r="r" b="b"/>
            <a:pathLst>
              <a:path w="3952875" h="76200">
                <a:moveTo>
                  <a:pt x="38100" y="0"/>
                </a:moveTo>
                <a:lnTo>
                  <a:pt x="3914775" y="0"/>
                </a:lnTo>
                <a:cubicBezTo>
                  <a:pt x="3935803" y="0"/>
                  <a:pt x="3952875" y="17072"/>
                  <a:pt x="3952875" y="38100"/>
                </a:cubicBezTo>
                <a:lnTo>
                  <a:pt x="3952875" y="38100"/>
                </a:lnTo>
                <a:cubicBezTo>
                  <a:pt x="3952875" y="59128"/>
                  <a:pt x="3935803" y="76200"/>
                  <a:pt x="39147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90460" y="35509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rural accessibility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34250" y="4019551"/>
            <a:ext cx="4474845" cy="2407920"/>
          </a:xfrm>
          <a:custGeom>
            <a:avLst/>
            <a:gdLst/>
            <a:ahLst/>
            <a:cxnLst/>
            <a:rect l="l" t="t" r="r" b="b"/>
            <a:pathLst>
              <a:path w="4474845" h="2407920">
                <a:moveTo>
                  <a:pt x="114304" y="0"/>
                </a:moveTo>
                <a:lnTo>
                  <a:pt x="4360541" y="0"/>
                </a:lnTo>
                <a:cubicBezTo>
                  <a:pt x="4423669" y="0"/>
                  <a:pt x="4474845" y="51176"/>
                  <a:pt x="4474845" y="114304"/>
                </a:cubicBezTo>
                <a:lnTo>
                  <a:pt x="4474845" y="2293616"/>
                </a:lnTo>
                <a:cubicBezTo>
                  <a:pt x="4474845" y="2356744"/>
                  <a:pt x="4423669" y="2407920"/>
                  <a:pt x="4360541" y="2407920"/>
                </a:cubicBezTo>
                <a:lnTo>
                  <a:pt x="114304" y="2407920"/>
                </a:lnTo>
                <a:cubicBezTo>
                  <a:pt x="51176" y="2407920"/>
                  <a:pt x="0" y="2356744"/>
                  <a:pt x="0" y="22936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490460" y="4175761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Metrics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90460" y="46137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604760" y="47280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985760" y="4556761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985760" y="486144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90460" y="52232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623810" y="533757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152400"/>
                </a:moveTo>
                <a:cubicBezTo>
                  <a:pt x="25598" y="152400"/>
                  <a:pt x="0" y="126802"/>
                  <a:pt x="0" y="95250"/>
                </a:cubicBezTo>
                <a:cubicBezTo>
                  <a:pt x="0" y="68104"/>
                  <a:pt x="38755" y="13662"/>
                  <a:pt x="49590" y="-1042"/>
                </a:cubicBezTo>
                <a:cubicBezTo>
                  <a:pt x="51346" y="-3423"/>
                  <a:pt x="54114" y="-4762"/>
                  <a:pt x="57090" y="-4762"/>
                </a:cubicBezTo>
                <a:lnTo>
                  <a:pt x="57210" y="-4762"/>
                </a:lnTo>
                <a:cubicBezTo>
                  <a:pt x="60186" y="-4762"/>
                  <a:pt x="62954" y="-3423"/>
                  <a:pt x="64710" y="-1042"/>
                </a:cubicBezTo>
                <a:cubicBezTo>
                  <a:pt x="75545" y="13662"/>
                  <a:pt x="114300" y="68104"/>
                  <a:pt x="114300" y="95250"/>
                </a:cubicBezTo>
                <a:cubicBezTo>
                  <a:pt x="114300" y="126802"/>
                  <a:pt x="88702" y="152400"/>
                  <a:pt x="57150" y="152400"/>
                </a:cubicBezTo>
                <a:close/>
                <a:moveTo>
                  <a:pt x="33338" y="92869"/>
                </a:moveTo>
                <a:cubicBezTo>
                  <a:pt x="33338" y="88910"/>
                  <a:pt x="30153" y="85725"/>
                  <a:pt x="26194" y="85725"/>
                </a:cubicBezTo>
                <a:cubicBezTo>
                  <a:pt x="22235" y="85725"/>
                  <a:pt x="19050" y="88910"/>
                  <a:pt x="19050" y="92869"/>
                </a:cubicBezTo>
                <a:cubicBezTo>
                  <a:pt x="19050" y="115223"/>
                  <a:pt x="37177" y="133350"/>
                  <a:pt x="59531" y="133350"/>
                </a:cubicBezTo>
                <a:cubicBezTo>
                  <a:pt x="63490" y="133350"/>
                  <a:pt x="66675" y="130165"/>
                  <a:pt x="66675" y="126206"/>
                </a:cubicBezTo>
                <a:cubicBezTo>
                  <a:pt x="66675" y="122247"/>
                  <a:pt x="63490" y="119062"/>
                  <a:pt x="59531" y="119062"/>
                </a:cubicBezTo>
                <a:cubicBezTo>
                  <a:pt x="45065" y="119062"/>
                  <a:pt x="33338" y="107335"/>
                  <a:pt x="33338" y="92869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985760" y="5166240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985760" y="5470922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90460" y="58327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604760" y="5947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985760" y="5775722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985760" y="6080403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Tech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6276" y="15125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47447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404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83908" y="195072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Async web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8404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3908" y="2236473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Uvicorn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ASGI server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404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3908" y="2522223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ORM &amp;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8404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3908" y="2807973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Production DB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404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3908" y="3093723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Pydantic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validation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8404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3908" y="3379473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Axios/httpx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HTTP clients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01741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35091" y="1512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73241" y="147447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29125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44628" y="1950723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UI framework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9125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44628" y="223647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Build tool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9125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44628" y="252222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Styling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125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44628" y="2807973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Framer Motion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Animations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9125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44628" y="309372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Recharts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visualization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29125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44628" y="337947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Interactive maps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6371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62581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395931" y="1512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834081" y="147447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&amp; ML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9965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505468" y="1950723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LLM inference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9965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505468" y="2236473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3.3 70B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Primary AI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9965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5468" y="2522223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Yield prediction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9965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505468" y="2807973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ML toolkit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9965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505468" y="3093723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Pandas/NumPy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processing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89965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505468" y="3379473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Model serialization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2964671" y="3878583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14297" y="0"/>
                </a:moveTo>
                <a:lnTo>
                  <a:pt x="5513073" y="0"/>
                </a:lnTo>
                <a:cubicBezTo>
                  <a:pt x="5576197" y="0"/>
                  <a:pt x="5627370" y="51173"/>
                  <a:pt x="5627370" y="114297"/>
                </a:cubicBezTo>
                <a:lnTo>
                  <a:pt x="5627370" y="1607823"/>
                </a:lnTo>
                <a:cubicBezTo>
                  <a:pt x="5627370" y="1670947"/>
                  <a:pt x="5576197" y="1722120"/>
                  <a:pt x="55130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120881" y="403479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266137" y="41681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692381" y="4130041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148265" y="46539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363768" y="4636773"/>
            <a:ext cx="106703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845745" y="46539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061249" y="4636773"/>
            <a:ext cx="5080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148265" y="49587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363768" y="4941573"/>
            <a:ext cx="11260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845745" y="49587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061249" y="4941573"/>
            <a:ext cx="84677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 Auth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3148265" y="52635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363768" y="5246373"/>
            <a:ext cx="138730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Earth Engine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5845745" y="52635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061249" y="5246373"/>
            <a:ext cx="11663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 API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84810" y="5730242"/>
            <a:ext cx="11418570" cy="731520"/>
          </a:xfrm>
          <a:custGeom>
            <a:avLst/>
            <a:gdLst/>
            <a:ahLst/>
            <a:cxnLst/>
            <a:rect l="l" t="t" r="r" b="b"/>
            <a:pathLst>
              <a:path w="11418570" h="731520">
                <a:moveTo>
                  <a:pt x="114300" y="0"/>
                </a:moveTo>
                <a:lnTo>
                  <a:pt x="11304270" y="0"/>
                </a:lnTo>
                <a:cubicBezTo>
                  <a:pt x="11367354" y="0"/>
                  <a:pt x="11418570" y="51216"/>
                  <a:pt x="11418570" y="114300"/>
                </a:cubicBezTo>
                <a:lnTo>
                  <a:pt x="11418570" y="617220"/>
                </a:lnTo>
                <a:cubicBezTo>
                  <a:pt x="11418570" y="680346"/>
                  <a:pt x="11367396" y="731520"/>
                  <a:pt x="113042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1533644" y="584835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557457" y="6153034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4220885" y="5848350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4244697" y="6153034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Integrated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315914" y="5848350"/>
            <a:ext cx="60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7339727" y="6153034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Tools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980891" y="5848350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0004703" y="6153034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kern="0" spc="103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67210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FastAPI &amp; AI Agent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599" y="1240754"/>
            <a:ext cx="6726685" cy="3615429"/>
          </a:xfrm>
          <a:custGeom>
            <a:avLst/>
            <a:gdLst/>
            <a:ahLst/>
            <a:cxnLst/>
            <a:rect l="l" t="t" r="r" b="b"/>
            <a:pathLst>
              <a:path w="6726685" h="3615429">
                <a:moveTo>
                  <a:pt x="112440" y="0"/>
                </a:moveTo>
                <a:lnTo>
                  <a:pt x="6614245" y="0"/>
                </a:lnTo>
                <a:cubicBezTo>
                  <a:pt x="6676344" y="0"/>
                  <a:pt x="6726685" y="50341"/>
                  <a:pt x="6726685" y="112440"/>
                </a:cubicBezTo>
                <a:lnTo>
                  <a:pt x="6726685" y="3502990"/>
                </a:lnTo>
                <a:cubicBezTo>
                  <a:pt x="6726685" y="3565088"/>
                  <a:pt x="6676344" y="3615429"/>
                  <a:pt x="6614245" y="3615429"/>
                </a:cubicBezTo>
                <a:lnTo>
                  <a:pt x="112440" y="3615429"/>
                </a:lnTo>
                <a:cubicBezTo>
                  <a:pt x="50341" y="3615429"/>
                  <a:pt x="0" y="3565088"/>
                  <a:pt x="0" y="3502990"/>
                </a:cubicBezTo>
                <a:lnTo>
                  <a:pt x="0" y="112440"/>
                </a:lnTo>
                <a:cubicBezTo>
                  <a:pt x="0" y="50383"/>
                  <a:pt x="50383" y="0"/>
                  <a:pt x="112440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2287" y="1394445"/>
            <a:ext cx="651302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Architecture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6036" y="1773044"/>
            <a:ext cx="6408063" cy="869652"/>
          </a:xfrm>
          <a:custGeom>
            <a:avLst/>
            <a:gdLst/>
            <a:ahLst/>
            <a:cxnLst/>
            <a:rect l="l" t="t" r="r" b="b"/>
            <a:pathLst>
              <a:path w="6408063" h="869652">
                <a:moveTo>
                  <a:pt x="74973" y="0"/>
                </a:moveTo>
                <a:lnTo>
                  <a:pt x="6333090" y="0"/>
                </a:lnTo>
                <a:cubicBezTo>
                  <a:pt x="6374496" y="0"/>
                  <a:pt x="6408063" y="33566"/>
                  <a:pt x="6408063" y="74973"/>
                </a:cubicBezTo>
                <a:lnTo>
                  <a:pt x="6408063" y="794680"/>
                </a:lnTo>
                <a:cubicBezTo>
                  <a:pt x="6408063" y="836086"/>
                  <a:pt x="6374496" y="869652"/>
                  <a:pt x="6333090" y="869652"/>
                </a:cubicBezTo>
                <a:lnTo>
                  <a:pt x="74973" y="869652"/>
                </a:lnTo>
                <a:cubicBezTo>
                  <a:pt x="33566" y="869652"/>
                  <a:pt x="0" y="836086"/>
                  <a:pt x="0" y="794680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2239" y="1926731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103084" y="0"/>
                </a:moveTo>
                <a:cubicBezTo>
                  <a:pt x="103084" y="-5183"/>
                  <a:pt x="98896" y="-9371"/>
                  <a:pt x="93713" y="-9371"/>
                </a:cubicBezTo>
                <a:cubicBezTo>
                  <a:pt x="88529" y="-9371"/>
                  <a:pt x="84341" y="-5183"/>
                  <a:pt x="84341" y="0"/>
                </a:cubicBezTo>
                <a:lnTo>
                  <a:pt x="84341" y="18743"/>
                </a:lnTo>
                <a:lnTo>
                  <a:pt x="56228" y="18743"/>
                </a:lnTo>
                <a:cubicBezTo>
                  <a:pt x="40706" y="18743"/>
                  <a:pt x="28114" y="31335"/>
                  <a:pt x="28114" y="46856"/>
                </a:cubicBezTo>
                <a:lnTo>
                  <a:pt x="28114" y="112455"/>
                </a:lnTo>
                <a:cubicBezTo>
                  <a:pt x="28114" y="127976"/>
                  <a:pt x="40706" y="140569"/>
                  <a:pt x="56228" y="140569"/>
                </a:cubicBezTo>
                <a:lnTo>
                  <a:pt x="131198" y="140569"/>
                </a:lnTo>
                <a:cubicBezTo>
                  <a:pt x="146719" y="140569"/>
                  <a:pt x="159311" y="127976"/>
                  <a:pt x="159311" y="112455"/>
                </a:cubicBezTo>
                <a:lnTo>
                  <a:pt x="159311" y="46856"/>
                </a:lnTo>
                <a:cubicBezTo>
                  <a:pt x="159311" y="31335"/>
                  <a:pt x="146719" y="18743"/>
                  <a:pt x="131198" y="18743"/>
                </a:cubicBezTo>
                <a:lnTo>
                  <a:pt x="103084" y="18743"/>
                </a:lnTo>
                <a:lnTo>
                  <a:pt x="103084" y="0"/>
                </a:lnTo>
                <a:close/>
                <a:moveTo>
                  <a:pt x="46856" y="107769"/>
                </a:moveTo>
                <a:cubicBezTo>
                  <a:pt x="46856" y="103874"/>
                  <a:pt x="49990" y="100741"/>
                  <a:pt x="53885" y="100741"/>
                </a:cubicBezTo>
                <a:lnTo>
                  <a:pt x="63256" y="100741"/>
                </a:lnTo>
                <a:cubicBezTo>
                  <a:pt x="67151" y="100741"/>
                  <a:pt x="70284" y="103874"/>
                  <a:pt x="70284" y="107769"/>
                </a:cubicBezTo>
                <a:cubicBezTo>
                  <a:pt x="70284" y="111664"/>
                  <a:pt x="67151" y="114798"/>
                  <a:pt x="63256" y="114798"/>
                </a:cubicBezTo>
                <a:lnTo>
                  <a:pt x="53885" y="114798"/>
                </a:lnTo>
                <a:cubicBezTo>
                  <a:pt x="49990" y="114798"/>
                  <a:pt x="46856" y="111664"/>
                  <a:pt x="46856" y="107769"/>
                </a:cubicBezTo>
                <a:close/>
                <a:moveTo>
                  <a:pt x="81998" y="107769"/>
                </a:moveTo>
                <a:cubicBezTo>
                  <a:pt x="81998" y="103874"/>
                  <a:pt x="85132" y="100741"/>
                  <a:pt x="89027" y="100741"/>
                </a:cubicBezTo>
                <a:lnTo>
                  <a:pt x="98398" y="100741"/>
                </a:lnTo>
                <a:cubicBezTo>
                  <a:pt x="102293" y="100741"/>
                  <a:pt x="105427" y="103874"/>
                  <a:pt x="105427" y="107769"/>
                </a:cubicBezTo>
                <a:cubicBezTo>
                  <a:pt x="105427" y="111664"/>
                  <a:pt x="102293" y="114798"/>
                  <a:pt x="98398" y="114798"/>
                </a:cubicBezTo>
                <a:lnTo>
                  <a:pt x="89027" y="114798"/>
                </a:lnTo>
                <a:cubicBezTo>
                  <a:pt x="85132" y="114798"/>
                  <a:pt x="81998" y="111664"/>
                  <a:pt x="81998" y="107769"/>
                </a:cubicBezTo>
                <a:close/>
                <a:moveTo>
                  <a:pt x="117141" y="107769"/>
                </a:moveTo>
                <a:cubicBezTo>
                  <a:pt x="117141" y="103874"/>
                  <a:pt x="120274" y="100741"/>
                  <a:pt x="124169" y="100741"/>
                </a:cubicBezTo>
                <a:lnTo>
                  <a:pt x="133540" y="100741"/>
                </a:lnTo>
                <a:cubicBezTo>
                  <a:pt x="137435" y="100741"/>
                  <a:pt x="140569" y="103874"/>
                  <a:pt x="140569" y="107769"/>
                </a:cubicBezTo>
                <a:cubicBezTo>
                  <a:pt x="140569" y="111664"/>
                  <a:pt x="137435" y="114798"/>
                  <a:pt x="133540" y="114798"/>
                </a:cubicBezTo>
                <a:lnTo>
                  <a:pt x="124169" y="114798"/>
                </a:lnTo>
                <a:cubicBezTo>
                  <a:pt x="120274" y="114798"/>
                  <a:pt x="117141" y="111664"/>
                  <a:pt x="117141" y="107769"/>
                </a:cubicBezTo>
                <a:close/>
                <a:moveTo>
                  <a:pt x="65599" y="51542"/>
                </a:moveTo>
                <a:cubicBezTo>
                  <a:pt x="73357" y="51542"/>
                  <a:pt x="79656" y="57841"/>
                  <a:pt x="79656" y="65599"/>
                </a:cubicBezTo>
                <a:cubicBezTo>
                  <a:pt x="79656" y="73357"/>
                  <a:pt x="73357" y="79656"/>
                  <a:pt x="65599" y="79656"/>
                </a:cubicBezTo>
                <a:cubicBezTo>
                  <a:pt x="57841" y="79656"/>
                  <a:pt x="51542" y="73357"/>
                  <a:pt x="51542" y="65599"/>
                </a:cubicBezTo>
                <a:cubicBezTo>
                  <a:pt x="51542" y="57841"/>
                  <a:pt x="57841" y="51542"/>
                  <a:pt x="65599" y="51542"/>
                </a:cubicBezTo>
                <a:close/>
                <a:moveTo>
                  <a:pt x="107769" y="65599"/>
                </a:moveTo>
                <a:cubicBezTo>
                  <a:pt x="107769" y="57841"/>
                  <a:pt x="114068" y="51542"/>
                  <a:pt x="121826" y="51542"/>
                </a:cubicBezTo>
                <a:cubicBezTo>
                  <a:pt x="129584" y="51542"/>
                  <a:pt x="135883" y="57841"/>
                  <a:pt x="135883" y="65599"/>
                </a:cubicBezTo>
                <a:cubicBezTo>
                  <a:pt x="135883" y="73357"/>
                  <a:pt x="129584" y="79656"/>
                  <a:pt x="121826" y="79656"/>
                </a:cubicBezTo>
                <a:cubicBezTo>
                  <a:pt x="114068" y="79656"/>
                  <a:pt x="107769" y="73357"/>
                  <a:pt x="107769" y="65599"/>
                </a:cubicBezTo>
                <a:close/>
                <a:moveTo>
                  <a:pt x="18743" y="65599"/>
                </a:moveTo>
                <a:cubicBezTo>
                  <a:pt x="18743" y="60415"/>
                  <a:pt x="14555" y="56228"/>
                  <a:pt x="9371" y="56228"/>
                </a:cubicBezTo>
                <a:cubicBezTo>
                  <a:pt x="4188" y="56228"/>
                  <a:pt x="0" y="60415"/>
                  <a:pt x="0" y="65599"/>
                </a:cubicBezTo>
                <a:lnTo>
                  <a:pt x="0" y="93713"/>
                </a:lnTo>
                <a:cubicBezTo>
                  <a:pt x="0" y="98896"/>
                  <a:pt x="4188" y="103084"/>
                  <a:pt x="9371" y="103084"/>
                </a:cubicBezTo>
                <a:cubicBezTo>
                  <a:pt x="14555" y="103084"/>
                  <a:pt x="18743" y="98896"/>
                  <a:pt x="18743" y="93713"/>
                </a:cubicBezTo>
                <a:lnTo>
                  <a:pt x="18743" y="65599"/>
                </a:lnTo>
                <a:close/>
                <a:moveTo>
                  <a:pt x="178054" y="56228"/>
                </a:moveTo>
                <a:cubicBezTo>
                  <a:pt x="172870" y="56228"/>
                  <a:pt x="168683" y="60415"/>
                  <a:pt x="168683" y="65599"/>
                </a:cubicBezTo>
                <a:lnTo>
                  <a:pt x="168683" y="93713"/>
                </a:lnTo>
                <a:cubicBezTo>
                  <a:pt x="168683" y="98896"/>
                  <a:pt x="172870" y="103084"/>
                  <a:pt x="178054" y="103084"/>
                </a:cubicBezTo>
                <a:cubicBezTo>
                  <a:pt x="183237" y="103084"/>
                  <a:pt x="187425" y="98896"/>
                  <a:pt x="187425" y="93713"/>
                </a:cubicBezTo>
                <a:lnTo>
                  <a:pt x="187425" y="65599"/>
                </a:lnTo>
                <a:cubicBezTo>
                  <a:pt x="187425" y="60415"/>
                  <a:pt x="183237" y="56228"/>
                  <a:pt x="178054" y="5622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634" y="1889245"/>
            <a:ext cx="266143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Engine (app/core/agent.py)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239" y="2151641"/>
            <a:ext cx="6241254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brain with 10 specialized tools. Implements tool-calling with Groq LLMs (Llama 3.3 70B primary, 8B fallback). Smart rate-limiting and JSON parsing for robust responses.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036" y="2725159"/>
            <a:ext cx="6408063" cy="1019592"/>
          </a:xfrm>
          <a:custGeom>
            <a:avLst/>
            <a:gdLst/>
            <a:ahLst/>
            <a:cxnLst/>
            <a:rect l="l" t="t" r="r" b="b"/>
            <a:pathLst>
              <a:path w="6408063" h="1019592">
                <a:moveTo>
                  <a:pt x="74971" y="0"/>
                </a:moveTo>
                <a:lnTo>
                  <a:pt x="6333092" y="0"/>
                </a:lnTo>
                <a:cubicBezTo>
                  <a:pt x="6374497" y="0"/>
                  <a:pt x="6408063" y="33565"/>
                  <a:pt x="6408063" y="74971"/>
                </a:cubicBezTo>
                <a:lnTo>
                  <a:pt x="6408063" y="944622"/>
                </a:lnTo>
                <a:cubicBezTo>
                  <a:pt x="6408063" y="986027"/>
                  <a:pt x="6374497" y="1019592"/>
                  <a:pt x="6333092" y="1019592"/>
                </a:cubicBezTo>
                <a:lnTo>
                  <a:pt x="74971" y="1019592"/>
                </a:lnTo>
                <a:cubicBezTo>
                  <a:pt x="33565" y="1019592"/>
                  <a:pt x="0" y="986027"/>
                  <a:pt x="0" y="944622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610" y="2878851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65628" y="28436"/>
                </a:moveTo>
                <a:lnTo>
                  <a:pt x="65628" y="42961"/>
                </a:lnTo>
                <a:lnTo>
                  <a:pt x="65774" y="43108"/>
                </a:lnTo>
                <a:cubicBezTo>
                  <a:pt x="67678" y="18977"/>
                  <a:pt x="87855" y="0"/>
                  <a:pt x="112484" y="0"/>
                </a:cubicBezTo>
                <a:cubicBezTo>
                  <a:pt x="118371" y="0"/>
                  <a:pt x="124023" y="1084"/>
                  <a:pt x="129206" y="3075"/>
                </a:cubicBezTo>
                <a:cubicBezTo>
                  <a:pt x="132135" y="4188"/>
                  <a:pt x="132662" y="7907"/>
                  <a:pt x="130465" y="10133"/>
                </a:cubicBezTo>
                <a:lnTo>
                  <a:pt x="104489" y="36109"/>
                </a:lnTo>
                <a:cubicBezTo>
                  <a:pt x="103611" y="36987"/>
                  <a:pt x="103113" y="38188"/>
                  <a:pt x="103113" y="39418"/>
                </a:cubicBezTo>
                <a:lnTo>
                  <a:pt x="103113" y="51542"/>
                </a:lnTo>
                <a:cubicBezTo>
                  <a:pt x="103113" y="54119"/>
                  <a:pt x="105222" y="56228"/>
                  <a:pt x="107799" y="56228"/>
                </a:cubicBezTo>
                <a:lnTo>
                  <a:pt x="119923" y="56228"/>
                </a:lnTo>
                <a:cubicBezTo>
                  <a:pt x="121153" y="56228"/>
                  <a:pt x="122353" y="55730"/>
                  <a:pt x="123232" y="54851"/>
                </a:cubicBezTo>
                <a:lnTo>
                  <a:pt x="149208" y="28875"/>
                </a:lnTo>
                <a:cubicBezTo>
                  <a:pt x="151434" y="26650"/>
                  <a:pt x="155153" y="27206"/>
                  <a:pt x="156266" y="30134"/>
                </a:cubicBezTo>
                <a:cubicBezTo>
                  <a:pt x="158257" y="35318"/>
                  <a:pt x="159341" y="40970"/>
                  <a:pt x="159341" y="46856"/>
                </a:cubicBezTo>
                <a:cubicBezTo>
                  <a:pt x="159341" y="64603"/>
                  <a:pt x="149471" y="80066"/>
                  <a:pt x="134887" y="88002"/>
                </a:cubicBezTo>
                <a:lnTo>
                  <a:pt x="158755" y="111869"/>
                </a:lnTo>
                <a:cubicBezTo>
                  <a:pt x="164231" y="117346"/>
                  <a:pt x="164231" y="126248"/>
                  <a:pt x="158755" y="131754"/>
                </a:cubicBezTo>
                <a:lnTo>
                  <a:pt x="141154" y="149354"/>
                </a:lnTo>
                <a:cubicBezTo>
                  <a:pt x="135678" y="154831"/>
                  <a:pt x="126775" y="154831"/>
                  <a:pt x="121270" y="149354"/>
                </a:cubicBezTo>
                <a:lnTo>
                  <a:pt x="84371" y="112455"/>
                </a:lnTo>
                <a:cubicBezTo>
                  <a:pt x="76346" y="104431"/>
                  <a:pt x="74531" y="92570"/>
                  <a:pt x="78953" y="82789"/>
                </a:cubicBezTo>
                <a:lnTo>
                  <a:pt x="52391" y="56228"/>
                </a:lnTo>
                <a:lnTo>
                  <a:pt x="37866" y="56228"/>
                </a:lnTo>
                <a:cubicBezTo>
                  <a:pt x="34732" y="56228"/>
                  <a:pt x="31804" y="54675"/>
                  <a:pt x="30076" y="52069"/>
                </a:cubicBezTo>
                <a:lnTo>
                  <a:pt x="6853" y="17249"/>
                </a:lnTo>
                <a:cubicBezTo>
                  <a:pt x="5623" y="15404"/>
                  <a:pt x="5857" y="12915"/>
                  <a:pt x="7438" y="11333"/>
                </a:cubicBezTo>
                <a:lnTo>
                  <a:pt x="20734" y="-1962"/>
                </a:lnTo>
                <a:cubicBezTo>
                  <a:pt x="22315" y="-3544"/>
                  <a:pt x="24775" y="-3778"/>
                  <a:pt x="26650" y="-2548"/>
                </a:cubicBezTo>
                <a:lnTo>
                  <a:pt x="61470" y="20646"/>
                </a:lnTo>
                <a:cubicBezTo>
                  <a:pt x="64076" y="22374"/>
                  <a:pt x="65628" y="25302"/>
                  <a:pt x="65628" y="28436"/>
                </a:cubicBezTo>
                <a:close/>
                <a:moveTo>
                  <a:pt x="63139" y="86860"/>
                </a:moveTo>
                <a:cubicBezTo>
                  <a:pt x="61294" y="97695"/>
                  <a:pt x="63842" y="109146"/>
                  <a:pt x="70870" y="118312"/>
                </a:cubicBezTo>
                <a:lnTo>
                  <a:pt x="43049" y="146104"/>
                </a:lnTo>
                <a:cubicBezTo>
                  <a:pt x="34820" y="154333"/>
                  <a:pt x="21466" y="154333"/>
                  <a:pt x="13237" y="146104"/>
                </a:cubicBezTo>
                <a:cubicBezTo>
                  <a:pt x="5008" y="137875"/>
                  <a:pt x="5008" y="124521"/>
                  <a:pt x="13237" y="116291"/>
                </a:cubicBezTo>
                <a:lnTo>
                  <a:pt x="52889" y="76639"/>
                </a:lnTo>
                <a:lnTo>
                  <a:pt x="63139" y="8688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634" y="2841366"/>
            <a:ext cx="263332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Specialized Tools (app/services/)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239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125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02716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74602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3192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25079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03669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75555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54146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26032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2239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4125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902716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74602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53192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25079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3669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75555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54146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26032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6036" y="3826986"/>
            <a:ext cx="6408063" cy="869652"/>
          </a:xfrm>
          <a:custGeom>
            <a:avLst/>
            <a:gdLst/>
            <a:ahLst/>
            <a:cxnLst/>
            <a:rect l="l" t="t" r="r" b="b"/>
            <a:pathLst>
              <a:path w="6408063" h="869652">
                <a:moveTo>
                  <a:pt x="74973" y="0"/>
                </a:moveTo>
                <a:lnTo>
                  <a:pt x="6333090" y="0"/>
                </a:lnTo>
                <a:cubicBezTo>
                  <a:pt x="6374496" y="0"/>
                  <a:pt x="6408063" y="33566"/>
                  <a:pt x="6408063" y="74973"/>
                </a:cubicBezTo>
                <a:lnTo>
                  <a:pt x="6408063" y="794680"/>
                </a:lnTo>
                <a:cubicBezTo>
                  <a:pt x="6408063" y="836086"/>
                  <a:pt x="6374496" y="869652"/>
                  <a:pt x="6333090" y="869652"/>
                </a:cubicBezTo>
                <a:lnTo>
                  <a:pt x="74973" y="869652"/>
                </a:lnTo>
                <a:cubicBezTo>
                  <a:pt x="33566" y="869652"/>
                  <a:pt x="0" y="836086"/>
                  <a:pt x="0" y="794680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0353" y="3980673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99218" y="-2899"/>
                </a:moveTo>
                <a:cubicBezTo>
                  <a:pt x="102703" y="-381"/>
                  <a:pt x="103992" y="4188"/>
                  <a:pt x="102410" y="8171"/>
                </a:cubicBezTo>
                <a:lnTo>
                  <a:pt x="79451" y="65599"/>
                </a:lnTo>
                <a:lnTo>
                  <a:pt x="121826" y="65599"/>
                </a:lnTo>
                <a:cubicBezTo>
                  <a:pt x="125780" y="65599"/>
                  <a:pt x="129294" y="68059"/>
                  <a:pt x="130641" y="71778"/>
                </a:cubicBezTo>
                <a:cubicBezTo>
                  <a:pt x="131988" y="75497"/>
                  <a:pt x="130846" y="79656"/>
                  <a:pt x="127830" y="82174"/>
                </a:cubicBezTo>
                <a:lnTo>
                  <a:pt x="43488" y="152459"/>
                </a:lnTo>
                <a:cubicBezTo>
                  <a:pt x="40179" y="155211"/>
                  <a:pt x="35464" y="155358"/>
                  <a:pt x="31979" y="152839"/>
                </a:cubicBezTo>
                <a:cubicBezTo>
                  <a:pt x="28494" y="150321"/>
                  <a:pt x="27206" y="145752"/>
                  <a:pt x="28787" y="141769"/>
                </a:cubicBezTo>
                <a:lnTo>
                  <a:pt x="51747" y="84341"/>
                </a:lnTo>
                <a:lnTo>
                  <a:pt x="9371" y="84341"/>
                </a:lnTo>
                <a:cubicBezTo>
                  <a:pt x="5418" y="84341"/>
                  <a:pt x="1904" y="81881"/>
                  <a:pt x="556" y="78162"/>
                </a:cubicBezTo>
                <a:cubicBezTo>
                  <a:pt x="-791" y="74443"/>
                  <a:pt x="351" y="70284"/>
                  <a:pt x="3368" y="67766"/>
                </a:cubicBezTo>
                <a:lnTo>
                  <a:pt x="87709" y="-2519"/>
                </a:lnTo>
                <a:cubicBezTo>
                  <a:pt x="91018" y="-5271"/>
                  <a:pt x="95733" y="-5418"/>
                  <a:pt x="99218" y="-289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14634" y="3943188"/>
            <a:ext cx="193047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Bypass Mechanism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239" y="4205583"/>
            <a:ext cx="6241254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Keyword-based routing ("weather", "mausam") skips LLM for direct function calls. Reduces latency from 3-4s to &lt;1s for critical queries. Language-aware formatting.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8599" y="5011512"/>
            <a:ext cx="6726685" cy="1581867"/>
          </a:xfrm>
          <a:custGeom>
            <a:avLst/>
            <a:gdLst/>
            <a:ahLst/>
            <a:cxnLst/>
            <a:rect l="l" t="t" r="r" b="b"/>
            <a:pathLst>
              <a:path w="6726685" h="1581867">
                <a:moveTo>
                  <a:pt x="112455" y="0"/>
                </a:moveTo>
                <a:lnTo>
                  <a:pt x="6614230" y="0"/>
                </a:lnTo>
                <a:cubicBezTo>
                  <a:pt x="6676296" y="0"/>
                  <a:pt x="6726685" y="50389"/>
                  <a:pt x="6726685" y="112455"/>
                </a:cubicBezTo>
                <a:lnTo>
                  <a:pt x="6726685" y="1469413"/>
                </a:lnTo>
                <a:cubicBezTo>
                  <a:pt x="6726685" y="1531478"/>
                  <a:pt x="6676296" y="1581867"/>
                  <a:pt x="6614230" y="1581867"/>
                </a:cubicBezTo>
                <a:lnTo>
                  <a:pt x="112455" y="1581867"/>
                </a:lnTo>
                <a:cubicBezTo>
                  <a:pt x="50389" y="1581867"/>
                  <a:pt x="0" y="1531478"/>
                  <a:pt x="0" y="1469413"/>
                </a:cubicBezTo>
                <a:lnTo>
                  <a:pt x="0" y="112455"/>
                </a:lnTo>
                <a:cubicBezTo>
                  <a:pt x="0" y="50389"/>
                  <a:pt x="50389" y="0"/>
                  <a:pt x="11245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2287" y="5165203"/>
            <a:ext cx="650365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API Endpoints Structure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2287" y="5502568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2287" y="5502568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/api/web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4349" y="5540053"/>
            <a:ext cx="112455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for frontend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78489" y="5502568"/>
            <a:ext cx="1087065" cy="262395"/>
          </a:xfrm>
          <a:custGeom>
            <a:avLst/>
            <a:gdLst/>
            <a:ahLst/>
            <a:cxnLst/>
            <a:rect l="l" t="t" r="r" b="b"/>
            <a:pathLst>
              <a:path w="1087065" h="262395">
                <a:moveTo>
                  <a:pt x="37486" y="0"/>
                </a:moveTo>
                <a:lnTo>
                  <a:pt x="1049580" y="0"/>
                </a:lnTo>
                <a:cubicBezTo>
                  <a:pt x="1070282" y="0"/>
                  <a:pt x="1087065" y="16783"/>
                  <a:pt x="1087065" y="37486"/>
                </a:cubicBezTo>
                <a:lnTo>
                  <a:pt x="1087065" y="224909"/>
                </a:lnTo>
                <a:cubicBezTo>
                  <a:pt x="1087065" y="245612"/>
                  <a:pt x="1070282" y="262395"/>
                  <a:pt x="1049580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78489" y="5502568"/>
            <a:ext cx="1152664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/api/whatsapp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41228" y="5540053"/>
            <a:ext cx="123700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webhook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2287" y="5839933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32287" y="5839933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/api/sms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34349" y="5877418"/>
            <a:ext cx="87152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gateway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78489" y="5839933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778489" y="5839933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/api/mcp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80551" y="5877418"/>
            <a:ext cx="75907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2287" y="6177298"/>
            <a:ext cx="655988" cy="262395"/>
          </a:xfrm>
          <a:custGeom>
            <a:avLst/>
            <a:gdLst/>
            <a:ahLst/>
            <a:cxnLst/>
            <a:rect l="l" t="t" r="r" b="b"/>
            <a:pathLst>
              <a:path w="655988" h="262395">
                <a:moveTo>
                  <a:pt x="37486" y="0"/>
                </a:moveTo>
                <a:lnTo>
                  <a:pt x="618502" y="0"/>
                </a:lnTo>
                <a:cubicBezTo>
                  <a:pt x="639205" y="0"/>
                  <a:pt x="655988" y="16783"/>
                  <a:pt x="655988" y="37486"/>
                </a:cubicBezTo>
                <a:lnTo>
                  <a:pt x="655988" y="224909"/>
                </a:lnTo>
                <a:cubicBezTo>
                  <a:pt x="655988" y="245612"/>
                  <a:pt x="639205" y="262395"/>
                  <a:pt x="61850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2287" y="6177298"/>
            <a:ext cx="72158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/api/ml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62191" y="6214783"/>
            <a:ext cx="91838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78489" y="6177298"/>
            <a:ext cx="1087065" cy="262395"/>
          </a:xfrm>
          <a:custGeom>
            <a:avLst/>
            <a:gdLst/>
            <a:ahLst/>
            <a:cxnLst/>
            <a:rect l="l" t="t" r="r" b="b"/>
            <a:pathLst>
              <a:path w="1087065" h="262395">
                <a:moveTo>
                  <a:pt x="37486" y="0"/>
                </a:moveTo>
                <a:lnTo>
                  <a:pt x="1049580" y="0"/>
                </a:lnTo>
                <a:cubicBezTo>
                  <a:pt x="1070282" y="0"/>
                  <a:pt x="1087065" y="16783"/>
                  <a:pt x="1087065" y="37486"/>
                </a:cubicBezTo>
                <a:lnTo>
                  <a:pt x="1087065" y="224909"/>
                </a:lnTo>
                <a:cubicBezTo>
                  <a:pt x="1087065" y="245612"/>
                  <a:pt x="1070282" y="262395"/>
                  <a:pt x="1049580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778489" y="6177298"/>
            <a:ext cx="1152664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/api/location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41228" y="6214783"/>
            <a:ext cx="86215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services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5817" y="1240754"/>
            <a:ext cx="4477585" cy="2556478"/>
          </a:xfrm>
          <a:custGeom>
            <a:avLst/>
            <a:gdLst/>
            <a:ahLst/>
            <a:cxnLst/>
            <a:rect l="l" t="t" r="r" b="b"/>
            <a:pathLst>
              <a:path w="4477585" h="2556478">
                <a:moveTo>
                  <a:pt x="112459" y="0"/>
                </a:moveTo>
                <a:lnTo>
                  <a:pt x="4365125" y="0"/>
                </a:lnTo>
                <a:cubicBezTo>
                  <a:pt x="4427235" y="0"/>
                  <a:pt x="4477585" y="50350"/>
                  <a:pt x="4477585" y="112459"/>
                </a:cubicBezTo>
                <a:lnTo>
                  <a:pt x="4477585" y="2444018"/>
                </a:lnTo>
                <a:cubicBezTo>
                  <a:pt x="4477585" y="2506128"/>
                  <a:pt x="4427235" y="2556478"/>
                  <a:pt x="4365125" y="2556478"/>
                </a:cubicBezTo>
                <a:lnTo>
                  <a:pt x="112459" y="2556478"/>
                </a:lnTo>
                <a:cubicBezTo>
                  <a:pt x="50350" y="2556478"/>
                  <a:pt x="0" y="2506128"/>
                  <a:pt x="0" y="2444018"/>
                </a:cubicBezTo>
                <a:lnTo>
                  <a:pt x="0" y="112459"/>
                </a:lnTo>
                <a:cubicBezTo>
                  <a:pt x="0" y="50391"/>
                  <a:pt x="50391" y="0"/>
                  <a:pt x="11245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489505" y="1394445"/>
            <a:ext cx="426392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08248" y="1806780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51900" y="1769295"/>
            <a:ext cx="195859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Provider Support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51900" y="1994205"/>
            <a:ext cx="194922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Cloud API + Twilio fallback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08248" y="2294085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751900" y="2256600"/>
            <a:ext cx="2689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Media Handling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51900" y="2481511"/>
            <a:ext cx="268017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 → Vision AI, Voice → Speech-to-text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508248" y="278139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751900" y="2743906"/>
            <a:ext cx="261458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Context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751900" y="2968816"/>
            <a:ext cx="260520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Persists farmer GPS, language preferences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508248" y="326869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751900" y="3231211"/>
            <a:ext cx="2689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751900" y="3456121"/>
            <a:ext cx="268017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Short, emoji-rich responses in local language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335817" y="3954670"/>
            <a:ext cx="4477585" cy="2903214"/>
          </a:xfrm>
          <a:custGeom>
            <a:avLst/>
            <a:gdLst/>
            <a:ahLst/>
            <a:cxnLst/>
            <a:rect l="l" t="t" r="r" b="b"/>
            <a:pathLst>
              <a:path w="4477585" h="2903214">
                <a:moveTo>
                  <a:pt x="112441" y="0"/>
                </a:moveTo>
                <a:lnTo>
                  <a:pt x="4365143" y="0"/>
                </a:lnTo>
                <a:cubicBezTo>
                  <a:pt x="4427243" y="0"/>
                  <a:pt x="4477585" y="50342"/>
                  <a:pt x="4477585" y="112441"/>
                </a:cubicBezTo>
                <a:lnTo>
                  <a:pt x="4477585" y="2790773"/>
                </a:lnTo>
                <a:cubicBezTo>
                  <a:pt x="4477585" y="2852872"/>
                  <a:pt x="4427243" y="2903214"/>
                  <a:pt x="4365143" y="2903214"/>
                </a:cubicBezTo>
                <a:lnTo>
                  <a:pt x="112441" y="2903214"/>
                </a:lnTo>
                <a:cubicBezTo>
                  <a:pt x="50342" y="2903214"/>
                  <a:pt x="0" y="2852872"/>
                  <a:pt x="0" y="2790773"/>
                </a:cubicBezTo>
                <a:lnTo>
                  <a:pt x="0" y="112441"/>
                </a:lnTo>
                <a:cubicBezTo>
                  <a:pt x="0" y="50342"/>
                  <a:pt x="50342" y="0"/>
                  <a:pt x="112441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489505" y="4108356"/>
            <a:ext cx="426392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493254" y="4486955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637571" y="4640646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31198" y="60269"/>
                </a:moveTo>
                <a:cubicBezTo>
                  <a:pt x="126863" y="63139"/>
                  <a:pt x="121885" y="65452"/>
                  <a:pt x="116701" y="67297"/>
                </a:cubicBezTo>
                <a:cubicBezTo>
                  <a:pt x="102937" y="72217"/>
                  <a:pt x="84868" y="74970"/>
                  <a:pt x="65599" y="74970"/>
                </a:cubicBezTo>
                <a:cubicBezTo>
                  <a:pt x="46329" y="74970"/>
                  <a:pt x="28231" y="72188"/>
                  <a:pt x="14496" y="67297"/>
                </a:cubicBezTo>
                <a:cubicBezTo>
                  <a:pt x="9342" y="65452"/>
                  <a:pt x="4334" y="63139"/>
                  <a:pt x="0" y="60269"/>
                </a:cubicBezTo>
                <a:lnTo>
                  <a:pt x="0" y="84341"/>
                </a:lnTo>
                <a:cubicBezTo>
                  <a:pt x="0" y="97285"/>
                  <a:pt x="29373" y="107769"/>
                  <a:pt x="65599" y="107769"/>
                </a:cubicBezTo>
                <a:cubicBezTo>
                  <a:pt x="101825" y="107769"/>
                  <a:pt x="131198" y="97285"/>
                  <a:pt x="131198" y="84341"/>
                </a:cubicBezTo>
                <a:lnTo>
                  <a:pt x="131198" y="60269"/>
                </a:lnTo>
                <a:close/>
                <a:moveTo>
                  <a:pt x="131198" y="37485"/>
                </a:moveTo>
                <a:lnTo>
                  <a:pt x="131198" y="23428"/>
                </a:lnTo>
                <a:cubicBezTo>
                  <a:pt x="131198" y="10484"/>
                  <a:pt x="101825" y="0"/>
                  <a:pt x="65599" y="0"/>
                </a:cubicBezTo>
                <a:cubicBezTo>
                  <a:pt x="29373" y="0"/>
                  <a:pt x="0" y="10484"/>
                  <a:pt x="0" y="23428"/>
                </a:cubicBezTo>
                <a:lnTo>
                  <a:pt x="0" y="37485"/>
                </a:lnTo>
                <a:cubicBezTo>
                  <a:pt x="0" y="50429"/>
                  <a:pt x="29373" y="60913"/>
                  <a:pt x="65599" y="60913"/>
                </a:cubicBezTo>
                <a:cubicBezTo>
                  <a:pt x="101825" y="60913"/>
                  <a:pt x="131198" y="50429"/>
                  <a:pt x="131198" y="37485"/>
                </a:cubicBezTo>
                <a:close/>
                <a:moveTo>
                  <a:pt x="116701" y="114154"/>
                </a:moveTo>
                <a:cubicBezTo>
                  <a:pt x="102967" y="119044"/>
                  <a:pt x="84898" y="121826"/>
                  <a:pt x="65599" y="121826"/>
                </a:cubicBezTo>
                <a:cubicBezTo>
                  <a:pt x="46300" y="121826"/>
                  <a:pt x="28231" y="119044"/>
                  <a:pt x="14496" y="114154"/>
                </a:cubicBezTo>
                <a:cubicBezTo>
                  <a:pt x="9342" y="112309"/>
                  <a:pt x="4334" y="109995"/>
                  <a:pt x="0" y="107125"/>
                </a:cubicBezTo>
                <a:lnTo>
                  <a:pt x="0" y="126512"/>
                </a:lnTo>
                <a:cubicBezTo>
                  <a:pt x="0" y="139456"/>
                  <a:pt x="29373" y="149940"/>
                  <a:pt x="65599" y="149940"/>
                </a:cubicBezTo>
                <a:cubicBezTo>
                  <a:pt x="101825" y="149940"/>
                  <a:pt x="131198" y="139456"/>
                  <a:pt x="131198" y="126512"/>
                </a:cubicBezTo>
                <a:lnTo>
                  <a:pt x="131198" y="107125"/>
                </a:lnTo>
                <a:cubicBezTo>
                  <a:pt x="126863" y="109995"/>
                  <a:pt x="121885" y="112309"/>
                  <a:pt x="116701" y="11415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871852" y="4603161"/>
            <a:ext cx="139631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ORM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609457" y="4865556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production, SQLite dev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93254" y="5251650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646942" y="5405341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0" y="55232"/>
                </a:moveTo>
                <a:cubicBezTo>
                  <a:pt x="0" y="24717"/>
                  <a:pt x="25185" y="0"/>
                  <a:pt x="56228" y="0"/>
                </a:cubicBezTo>
                <a:cubicBezTo>
                  <a:pt x="87270" y="0"/>
                  <a:pt x="112455" y="24717"/>
                  <a:pt x="112455" y="55232"/>
                </a:cubicBezTo>
                <a:cubicBezTo>
                  <a:pt x="112455" y="90169"/>
                  <a:pt x="77254" y="132047"/>
                  <a:pt x="62553" y="148007"/>
                </a:cubicBezTo>
                <a:cubicBezTo>
                  <a:pt x="59097" y="151756"/>
                  <a:pt x="53328" y="151756"/>
                  <a:pt x="49873" y="148007"/>
                </a:cubicBezTo>
                <a:cubicBezTo>
                  <a:pt x="35171" y="132047"/>
                  <a:pt x="-29" y="90169"/>
                  <a:pt x="-29" y="55232"/>
                </a:cubicBezTo>
                <a:close/>
                <a:moveTo>
                  <a:pt x="56228" y="74970"/>
                </a:moveTo>
                <a:cubicBezTo>
                  <a:pt x="66572" y="74970"/>
                  <a:pt x="74970" y="66572"/>
                  <a:pt x="74970" y="56228"/>
                </a:cubicBezTo>
                <a:cubicBezTo>
                  <a:pt x="74970" y="45883"/>
                  <a:pt x="66572" y="37485"/>
                  <a:pt x="56228" y="37485"/>
                </a:cubicBezTo>
                <a:cubicBezTo>
                  <a:pt x="45883" y="37485"/>
                  <a:pt x="37485" y="45883"/>
                  <a:pt x="37485" y="56228"/>
                </a:cubicBezTo>
                <a:cubicBezTo>
                  <a:pt x="37485" y="66572"/>
                  <a:pt x="45883" y="74970"/>
                  <a:pt x="56228" y="7497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871852" y="5367856"/>
            <a:ext cx="168682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FarmerLocation Model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609457" y="5630251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(lat, lon) for personalized advisories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93254" y="6016345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7637571" y="6170032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65599" y="72627"/>
                </a:moveTo>
                <a:cubicBezTo>
                  <a:pt x="84994" y="72627"/>
                  <a:pt x="100741" y="56881"/>
                  <a:pt x="100741" y="37485"/>
                </a:cubicBezTo>
                <a:cubicBezTo>
                  <a:pt x="100741" y="18090"/>
                  <a:pt x="84994" y="2343"/>
                  <a:pt x="65599" y="2343"/>
                </a:cubicBezTo>
                <a:cubicBezTo>
                  <a:pt x="46203" y="2343"/>
                  <a:pt x="30457" y="18090"/>
                  <a:pt x="30457" y="37485"/>
                </a:cubicBezTo>
                <a:cubicBezTo>
                  <a:pt x="30457" y="56881"/>
                  <a:pt x="46203" y="72627"/>
                  <a:pt x="65599" y="72627"/>
                </a:cubicBezTo>
                <a:close/>
                <a:moveTo>
                  <a:pt x="56901" y="89027"/>
                </a:moveTo>
                <a:cubicBezTo>
                  <a:pt x="28055" y="89027"/>
                  <a:pt x="4686" y="112396"/>
                  <a:pt x="4686" y="141242"/>
                </a:cubicBezTo>
                <a:cubicBezTo>
                  <a:pt x="4686" y="146045"/>
                  <a:pt x="8581" y="149940"/>
                  <a:pt x="13383" y="149940"/>
                </a:cubicBezTo>
                <a:lnTo>
                  <a:pt x="117814" y="149940"/>
                </a:lnTo>
                <a:cubicBezTo>
                  <a:pt x="122617" y="149940"/>
                  <a:pt x="126512" y="146045"/>
                  <a:pt x="126512" y="141242"/>
                </a:cubicBezTo>
                <a:cubicBezTo>
                  <a:pt x="126512" y="112396"/>
                  <a:pt x="103142" y="89027"/>
                  <a:pt x="74296" y="89027"/>
                </a:cubicBezTo>
                <a:lnTo>
                  <a:pt x="56901" y="8902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871852" y="6132547"/>
            <a:ext cx="136820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609457" y="6394942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 integration with webhook sync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4330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98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&amp; PREDICTIONS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04268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Machine Learning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006" y="1176546"/>
            <a:ext cx="6191972" cy="3641605"/>
          </a:xfrm>
          <a:custGeom>
            <a:avLst/>
            <a:gdLst/>
            <a:ahLst/>
            <a:cxnLst/>
            <a:rect l="l" t="t" r="r" b="b"/>
            <a:pathLst>
              <a:path w="6191972" h="3641605">
                <a:moveTo>
                  <a:pt x="106626" y="0"/>
                </a:moveTo>
                <a:lnTo>
                  <a:pt x="6085346" y="0"/>
                </a:lnTo>
                <a:cubicBezTo>
                  <a:pt x="6144234" y="0"/>
                  <a:pt x="6191972" y="47738"/>
                  <a:pt x="6191972" y="106626"/>
                </a:cubicBezTo>
                <a:lnTo>
                  <a:pt x="6191972" y="3534978"/>
                </a:lnTo>
                <a:cubicBezTo>
                  <a:pt x="6191972" y="3593866"/>
                  <a:pt x="6144234" y="3641605"/>
                  <a:pt x="6085346" y="3641605"/>
                </a:cubicBezTo>
                <a:lnTo>
                  <a:pt x="106626" y="3641605"/>
                </a:lnTo>
                <a:cubicBezTo>
                  <a:pt x="47738" y="3641605"/>
                  <a:pt x="0" y="3593866"/>
                  <a:pt x="0" y="3534978"/>
                </a:cubicBezTo>
                <a:lnTo>
                  <a:pt x="0" y="106626"/>
                </a:lnTo>
                <a:cubicBezTo>
                  <a:pt x="0" y="47778"/>
                  <a:pt x="47778" y="0"/>
                  <a:pt x="10662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4742" y="1322284"/>
            <a:ext cx="598936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XGBoost Yield Prediction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296" y="1681290"/>
            <a:ext cx="5889838" cy="913511"/>
          </a:xfrm>
          <a:custGeom>
            <a:avLst/>
            <a:gdLst/>
            <a:ahLst/>
            <a:cxnLst/>
            <a:rect l="l" t="t" r="r" b="b"/>
            <a:pathLst>
              <a:path w="5889838" h="913511">
                <a:moveTo>
                  <a:pt x="71089" y="0"/>
                </a:moveTo>
                <a:lnTo>
                  <a:pt x="5818748" y="0"/>
                </a:lnTo>
                <a:cubicBezTo>
                  <a:pt x="5858010" y="0"/>
                  <a:pt x="5889838" y="31828"/>
                  <a:pt x="5889838" y="71089"/>
                </a:cubicBezTo>
                <a:lnTo>
                  <a:pt x="5889838" y="842422"/>
                </a:lnTo>
                <a:cubicBezTo>
                  <a:pt x="5889838" y="881684"/>
                  <a:pt x="5858010" y="913511"/>
                  <a:pt x="5818748" y="913511"/>
                </a:cubicBezTo>
                <a:lnTo>
                  <a:pt x="71089" y="913511"/>
                </a:lnTo>
                <a:cubicBezTo>
                  <a:pt x="31828" y="913511"/>
                  <a:pt x="0" y="881684"/>
                  <a:pt x="0" y="842422"/>
                </a:cubicBezTo>
                <a:lnTo>
                  <a:pt x="0" y="71089"/>
                </a:lnTo>
                <a:cubicBezTo>
                  <a:pt x="0" y="31828"/>
                  <a:pt x="31828" y="0"/>
                  <a:pt x="7108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8486" y="1791478"/>
            <a:ext cx="57405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8486" y="2075840"/>
            <a:ext cx="5731662" cy="40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ensemble with 500 estimators, max depth 8, learning rate 0.05. Optimized for tabular agricultural data with mixed numerical and categorical features.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296" y="2704099"/>
            <a:ext cx="2886269" cy="1962094"/>
          </a:xfrm>
          <a:custGeom>
            <a:avLst/>
            <a:gdLst/>
            <a:ahLst/>
            <a:cxnLst/>
            <a:rect l="l" t="t" r="r" b="b"/>
            <a:pathLst>
              <a:path w="2886269" h="1962094">
                <a:moveTo>
                  <a:pt x="71087" y="0"/>
                </a:moveTo>
                <a:lnTo>
                  <a:pt x="2815183" y="0"/>
                </a:lnTo>
                <a:cubicBezTo>
                  <a:pt x="2854443" y="0"/>
                  <a:pt x="2886269" y="31827"/>
                  <a:pt x="2886269" y="71087"/>
                </a:cubicBezTo>
                <a:lnTo>
                  <a:pt x="2886269" y="1891008"/>
                </a:lnTo>
                <a:cubicBezTo>
                  <a:pt x="2886269" y="1930268"/>
                  <a:pt x="2854443" y="1962094"/>
                  <a:pt x="2815183" y="1962094"/>
                </a:cubicBezTo>
                <a:lnTo>
                  <a:pt x="71087" y="1962094"/>
                </a:lnTo>
                <a:cubicBezTo>
                  <a:pt x="31827" y="1962094"/>
                  <a:pt x="0" y="1930268"/>
                  <a:pt x="0" y="1891008"/>
                </a:cubicBezTo>
                <a:lnTo>
                  <a:pt x="0" y="71087"/>
                </a:lnTo>
                <a:cubicBezTo>
                  <a:pt x="0" y="31827"/>
                  <a:pt x="31827" y="0"/>
                  <a:pt x="7108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8486" y="2814292"/>
            <a:ext cx="27369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 (15)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486" y="3098654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Temperature (avg, min, max)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486" y="3311925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Rainfall (total, distribution)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486" y="3525196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Soil pH, NPK levels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8486" y="3738467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Organic carbon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8486" y="3951738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NDVI time series (8 weeks)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486" y="4165009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Crop type, variety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8486" y="4378280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Sowing date, growth stage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11976" y="2704099"/>
            <a:ext cx="2886269" cy="1962094"/>
          </a:xfrm>
          <a:custGeom>
            <a:avLst/>
            <a:gdLst/>
            <a:ahLst/>
            <a:cxnLst/>
            <a:rect l="l" t="t" r="r" b="b"/>
            <a:pathLst>
              <a:path w="2886269" h="1962094">
                <a:moveTo>
                  <a:pt x="71087" y="0"/>
                </a:moveTo>
                <a:lnTo>
                  <a:pt x="2815183" y="0"/>
                </a:lnTo>
                <a:cubicBezTo>
                  <a:pt x="2854443" y="0"/>
                  <a:pt x="2886269" y="31827"/>
                  <a:pt x="2886269" y="71087"/>
                </a:cubicBezTo>
                <a:lnTo>
                  <a:pt x="2886269" y="1891008"/>
                </a:lnTo>
                <a:cubicBezTo>
                  <a:pt x="2886269" y="1930268"/>
                  <a:pt x="2854443" y="1962094"/>
                  <a:pt x="2815183" y="1962094"/>
                </a:cubicBezTo>
                <a:lnTo>
                  <a:pt x="71087" y="1962094"/>
                </a:lnTo>
                <a:cubicBezTo>
                  <a:pt x="31827" y="1962094"/>
                  <a:pt x="0" y="1930268"/>
                  <a:pt x="0" y="1891008"/>
                </a:cubicBezTo>
                <a:lnTo>
                  <a:pt x="0" y="71087"/>
                </a:lnTo>
                <a:cubicBezTo>
                  <a:pt x="0" y="31827"/>
                  <a:pt x="31827" y="0"/>
                  <a:pt x="7108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22166" y="2814292"/>
            <a:ext cx="27369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22166" y="3098654"/>
            <a:ext cx="2728093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 yield in quintals per hectare with confidence intervals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22166" y="3525196"/>
            <a:ext cx="58649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49681" y="3525196"/>
            <a:ext cx="30213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22166" y="3738467"/>
            <a:ext cx="36433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320" y="3738467"/>
            <a:ext cx="5953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0.42 q/ha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2166" y="3951738"/>
            <a:ext cx="453201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9320" y="3951738"/>
            <a:ext cx="5953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0.58 q/ha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9006" y="4915009"/>
            <a:ext cx="6191972" cy="1891004"/>
          </a:xfrm>
          <a:custGeom>
            <a:avLst/>
            <a:gdLst/>
            <a:ahLst/>
            <a:cxnLst/>
            <a:rect l="l" t="t" r="r" b="b"/>
            <a:pathLst>
              <a:path w="6191972" h="1891004">
                <a:moveTo>
                  <a:pt x="106634" y="0"/>
                </a:moveTo>
                <a:lnTo>
                  <a:pt x="6085338" y="0"/>
                </a:lnTo>
                <a:cubicBezTo>
                  <a:pt x="6144230" y="0"/>
                  <a:pt x="6191972" y="47742"/>
                  <a:pt x="6191972" y="106634"/>
                </a:cubicBezTo>
                <a:lnTo>
                  <a:pt x="6191972" y="1784370"/>
                </a:lnTo>
                <a:cubicBezTo>
                  <a:pt x="6191972" y="1843263"/>
                  <a:pt x="6144230" y="1891004"/>
                  <a:pt x="6085338" y="1891004"/>
                </a:cubicBezTo>
                <a:lnTo>
                  <a:pt x="106634" y="1891004"/>
                </a:lnTo>
                <a:cubicBezTo>
                  <a:pt x="47742" y="1891004"/>
                  <a:pt x="0" y="1843263"/>
                  <a:pt x="0" y="1784370"/>
                </a:cubicBezTo>
                <a:lnTo>
                  <a:pt x="0" y="106634"/>
                </a:lnTo>
                <a:cubicBezTo>
                  <a:pt x="0" y="47781"/>
                  <a:pt x="47781" y="0"/>
                  <a:pt x="106634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4742" y="5060742"/>
            <a:ext cx="5980478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 &amp; Validation Process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4742" y="538064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8083" y="5380649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9103" y="5380649"/>
            <a:ext cx="363449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10+ years of crop yield data from 500+ districts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742" y="5647238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8083" y="5647238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9103" y="5647238"/>
            <a:ext cx="406103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 value imputation, outlier removal, normalization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4742" y="5913827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8083" y="5913827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9103" y="5913827"/>
            <a:ext cx="42920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PCA for dimensionality reduction, polynomial features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4742" y="6180416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8083" y="6180416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9103" y="6180416"/>
            <a:ext cx="421210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5-fold CV with temporal splitting to prevent data leakage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4742" y="6447005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8083" y="6447005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9103" y="6447005"/>
            <a:ext cx="384776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GridSearchCV with Bayesian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1692" y="1176546"/>
            <a:ext cx="5063412" cy="3108427"/>
          </a:xfrm>
          <a:custGeom>
            <a:avLst/>
            <a:gdLst/>
            <a:ahLst/>
            <a:cxnLst/>
            <a:rect l="l" t="t" r="r" b="b"/>
            <a:pathLst>
              <a:path w="5063412" h="3108427">
                <a:moveTo>
                  <a:pt x="106650" y="0"/>
                </a:moveTo>
                <a:lnTo>
                  <a:pt x="4956762" y="0"/>
                </a:lnTo>
                <a:cubicBezTo>
                  <a:pt x="5015663" y="0"/>
                  <a:pt x="5063412" y="47749"/>
                  <a:pt x="5063412" y="106650"/>
                </a:cubicBezTo>
                <a:lnTo>
                  <a:pt x="5063412" y="3001777"/>
                </a:lnTo>
                <a:cubicBezTo>
                  <a:pt x="5063412" y="3060678"/>
                  <a:pt x="5015663" y="3108427"/>
                  <a:pt x="4956762" y="3108427"/>
                </a:cubicBezTo>
                <a:lnTo>
                  <a:pt x="106650" y="3108427"/>
                </a:lnTo>
                <a:cubicBezTo>
                  <a:pt x="47749" y="3108427"/>
                  <a:pt x="0" y="3060678"/>
                  <a:pt x="0" y="3001777"/>
                </a:cubicBezTo>
                <a:lnTo>
                  <a:pt x="0" y="106650"/>
                </a:lnTo>
                <a:cubicBezTo>
                  <a:pt x="0" y="47788"/>
                  <a:pt x="47788" y="0"/>
                  <a:pt x="10665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17427" y="1322284"/>
            <a:ext cx="48608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Satellite Data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20982" y="1681290"/>
            <a:ext cx="4770164" cy="824648"/>
          </a:xfrm>
          <a:custGeom>
            <a:avLst/>
            <a:gdLst/>
            <a:ahLst/>
            <a:cxnLst/>
            <a:rect l="l" t="t" r="r" b="b"/>
            <a:pathLst>
              <a:path w="4770164" h="824648">
                <a:moveTo>
                  <a:pt x="71093" y="0"/>
                </a:moveTo>
                <a:lnTo>
                  <a:pt x="4699071" y="0"/>
                </a:lnTo>
                <a:cubicBezTo>
                  <a:pt x="4738335" y="0"/>
                  <a:pt x="4770164" y="31829"/>
                  <a:pt x="4770164" y="71093"/>
                </a:cubicBezTo>
                <a:lnTo>
                  <a:pt x="4770164" y="753555"/>
                </a:lnTo>
                <a:cubicBezTo>
                  <a:pt x="4770164" y="792819"/>
                  <a:pt x="4738335" y="824648"/>
                  <a:pt x="4699071" y="824648"/>
                </a:cubicBezTo>
                <a:lnTo>
                  <a:pt x="71093" y="824648"/>
                </a:lnTo>
                <a:cubicBezTo>
                  <a:pt x="31829" y="824648"/>
                  <a:pt x="0" y="792819"/>
                  <a:pt x="0" y="753555"/>
                </a:cubicBezTo>
                <a:lnTo>
                  <a:pt x="0" y="71093"/>
                </a:lnTo>
                <a:cubicBezTo>
                  <a:pt x="0" y="31829"/>
                  <a:pt x="31829" y="0"/>
                  <a:pt x="7109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048944" y="1827024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55262" y="1944"/>
                </a:moveTo>
                <a:cubicBezTo>
                  <a:pt x="57872" y="-666"/>
                  <a:pt x="62093" y="-666"/>
                  <a:pt x="64676" y="1944"/>
                </a:cubicBezTo>
                <a:lnTo>
                  <a:pt x="89502" y="26770"/>
                </a:lnTo>
                <a:lnTo>
                  <a:pt x="104775" y="11497"/>
                </a:lnTo>
                <a:cubicBezTo>
                  <a:pt x="108246" y="8025"/>
                  <a:pt x="113883" y="8025"/>
                  <a:pt x="117355" y="11497"/>
                </a:cubicBezTo>
                <a:lnTo>
                  <a:pt x="130684" y="24826"/>
                </a:lnTo>
                <a:cubicBezTo>
                  <a:pt x="134155" y="28297"/>
                  <a:pt x="134155" y="33935"/>
                  <a:pt x="130684" y="37406"/>
                </a:cubicBezTo>
                <a:lnTo>
                  <a:pt x="115411" y="52679"/>
                </a:lnTo>
                <a:lnTo>
                  <a:pt x="140237" y="77505"/>
                </a:lnTo>
                <a:cubicBezTo>
                  <a:pt x="142847" y="80116"/>
                  <a:pt x="142847" y="84337"/>
                  <a:pt x="140237" y="86919"/>
                </a:cubicBezTo>
                <a:lnTo>
                  <a:pt x="113578" y="113578"/>
                </a:lnTo>
                <a:cubicBezTo>
                  <a:pt x="110968" y="116188"/>
                  <a:pt x="106747" y="116188"/>
                  <a:pt x="104164" y="113578"/>
                </a:cubicBezTo>
                <a:lnTo>
                  <a:pt x="79338" y="88752"/>
                </a:lnTo>
                <a:lnTo>
                  <a:pt x="75034" y="93056"/>
                </a:lnTo>
                <a:cubicBezTo>
                  <a:pt x="78199" y="99888"/>
                  <a:pt x="79977" y="107496"/>
                  <a:pt x="79977" y="115522"/>
                </a:cubicBezTo>
                <a:cubicBezTo>
                  <a:pt x="79977" y="124325"/>
                  <a:pt x="77838" y="132600"/>
                  <a:pt x="74090" y="139904"/>
                </a:cubicBezTo>
                <a:cubicBezTo>
                  <a:pt x="72784" y="142403"/>
                  <a:pt x="69452" y="142764"/>
                  <a:pt x="67480" y="140765"/>
                </a:cubicBezTo>
                <a:lnTo>
                  <a:pt x="40738" y="114022"/>
                </a:lnTo>
                <a:lnTo>
                  <a:pt x="24076" y="130684"/>
                </a:lnTo>
                <a:cubicBezTo>
                  <a:pt x="20605" y="134155"/>
                  <a:pt x="14968" y="134155"/>
                  <a:pt x="11497" y="130684"/>
                </a:cubicBezTo>
                <a:cubicBezTo>
                  <a:pt x="8025" y="127213"/>
                  <a:pt x="8025" y="121576"/>
                  <a:pt x="11497" y="118104"/>
                </a:cubicBezTo>
                <a:lnTo>
                  <a:pt x="28158" y="101443"/>
                </a:lnTo>
                <a:lnTo>
                  <a:pt x="1416" y="74700"/>
                </a:lnTo>
                <a:cubicBezTo>
                  <a:pt x="-583" y="72701"/>
                  <a:pt x="-222" y="69369"/>
                  <a:pt x="2277" y="68091"/>
                </a:cubicBezTo>
                <a:cubicBezTo>
                  <a:pt x="9581" y="64315"/>
                  <a:pt x="17884" y="62204"/>
                  <a:pt x="26659" y="62204"/>
                </a:cubicBezTo>
                <a:cubicBezTo>
                  <a:pt x="34684" y="62204"/>
                  <a:pt x="42293" y="63981"/>
                  <a:pt x="49125" y="67147"/>
                </a:cubicBezTo>
                <a:lnTo>
                  <a:pt x="53429" y="62843"/>
                </a:lnTo>
                <a:lnTo>
                  <a:pt x="28603" y="38044"/>
                </a:lnTo>
                <a:cubicBezTo>
                  <a:pt x="25992" y="35434"/>
                  <a:pt x="25992" y="31213"/>
                  <a:pt x="28603" y="28631"/>
                </a:cubicBezTo>
                <a:lnTo>
                  <a:pt x="55262" y="1944"/>
                </a:lnTo>
                <a:close/>
                <a:moveTo>
                  <a:pt x="59983" y="16079"/>
                </a:moveTo>
                <a:lnTo>
                  <a:pt x="42738" y="33324"/>
                </a:lnTo>
                <a:lnTo>
                  <a:pt x="62843" y="53429"/>
                </a:lnTo>
                <a:lnTo>
                  <a:pt x="80088" y="36184"/>
                </a:lnTo>
                <a:lnTo>
                  <a:pt x="59983" y="16079"/>
                </a:lnTo>
                <a:close/>
                <a:moveTo>
                  <a:pt x="108857" y="99443"/>
                </a:moveTo>
                <a:lnTo>
                  <a:pt x="126102" y="82198"/>
                </a:lnTo>
                <a:lnTo>
                  <a:pt x="105997" y="62093"/>
                </a:lnTo>
                <a:lnTo>
                  <a:pt x="88752" y="79338"/>
                </a:lnTo>
                <a:lnTo>
                  <a:pt x="108857" y="9944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279988" y="1791478"/>
            <a:ext cx="11285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 NDVI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31172" y="2040295"/>
            <a:ext cx="4611988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10m resolution, 5-day revisit. Vegetation health index correlates strongly with yield (r=0.78)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20982" y="2584134"/>
            <a:ext cx="4770164" cy="824648"/>
          </a:xfrm>
          <a:custGeom>
            <a:avLst/>
            <a:gdLst/>
            <a:ahLst/>
            <a:cxnLst/>
            <a:rect l="l" t="t" r="r" b="b"/>
            <a:pathLst>
              <a:path w="4770164" h="824648">
                <a:moveTo>
                  <a:pt x="71093" y="0"/>
                </a:moveTo>
                <a:lnTo>
                  <a:pt x="4699071" y="0"/>
                </a:lnTo>
                <a:cubicBezTo>
                  <a:pt x="4738335" y="0"/>
                  <a:pt x="4770164" y="31829"/>
                  <a:pt x="4770164" y="71093"/>
                </a:cubicBezTo>
                <a:lnTo>
                  <a:pt x="4770164" y="753555"/>
                </a:lnTo>
                <a:cubicBezTo>
                  <a:pt x="4770164" y="792819"/>
                  <a:pt x="4738335" y="824648"/>
                  <a:pt x="4699071" y="824648"/>
                </a:cubicBezTo>
                <a:lnTo>
                  <a:pt x="71093" y="824648"/>
                </a:lnTo>
                <a:cubicBezTo>
                  <a:pt x="31829" y="824648"/>
                  <a:pt x="0" y="792819"/>
                  <a:pt x="0" y="753555"/>
                </a:cubicBezTo>
                <a:lnTo>
                  <a:pt x="0" y="71093"/>
                </a:lnTo>
                <a:cubicBezTo>
                  <a:pt x="0" y="31829"/>
                  <a:pt x="31829" y="0"/>
                  <a:pt x="7109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048944" y="272987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14022" y="34462"/>
                </a:moveTo>
                <a:cubicBezTo>
                  <a:pt x="119771" y="38794"/>
                  <a:pt x="126796" y="42987"/>
                  <a:pt x="134627" y="44043"/>
                </a:cubicBezTo>
                <a:cubicBezTo>
                  <a:pt x="138265" y="44543"/>
                  <a:pt x="141625" y="41960"/>
                  <a:pt x="142125" y="38322"/>
                </a:cubicBezTo>
                <a:cubicBezTo>
                  <a:pt x="142625" y="34684"/>
                  <a:pt x="140042" y="31324"/>
                  <a:pt x="136405" y="30824"/>
                </a:cubicBezTo>
                <a:cubicBezTo>
                  <a:pt x="131989" y="30241"/>
                  <a:pt x="127185" y="27686"/>
                  <a:pt x="122048" y="23826"/>
                </a:cubicBezTo>
                <a:cubicBezTo>
                  <a:pt x="111384" y="15773"/>
                  <a:pt x="96916" y="15773"/>
                  <a:pt x="86225" y="23826"/>
                </a:cubicBezTo>
                <a:cubicBezTo>
                  <a:pt x="79560" y="28853"/>
                  <a:pt x="74923" y="31130"/>
                  <a:pt x="71090" y="31130"/>
                </a:cubicBezTo>
                <a:cubicBezTo>
                  <a:pt x="67258" y="31130"/>
                  <a:pt x="62621" y="28853"/>
                  <a:pt x="55956" y="23826"/>
                </a:cubicBezTo>
                <a:cubicBezTo>
                  <a:pt x="45292" y="15773"/>
                  <a:pt x="30824" y="15773"/>
                  <a:pt x="20133" y="23826"/>
                </a:cubicBezTo>
                <a:cubicBezTo>
                  <a:pt x="14996" y="27686"/>
                  <a:pt x="10191" y="30241"/>
                  <a:pt x="5776" y="30824"/>
                </a:cubicBezTo>
                <a:cubicBezTo>
                  <a:pt x="2138" y="31324"/>
                  <a:pt x="-444" y="34657"/>
                  <a:pt x="56" y="38322"/>
                </a:cubicBezTo>
                <a:cubicBezTo>
                  <a:pt x="555" y="41988"/>
                  <a:pt x="3888" y="44543"/>
                  <a:pt x="7553" y="44043"/>
                </a:cubicBezTo>
                <a:cubicBezTo>
                  <a:pt x="15384" y="42987"/>
                  <a:pt x="22438" y="38794"/>
                  <a:pt x="28158" y="34462"/>
                </a:cubicBezTo>
                <a:cubicBezTo>
                  <a:pt x="34073" y="29991"/>
                  <a:pt x="42016" y="29991"/>
                  <a:pt x="47930" y="34462"/>
                </a:cubicBezTo>
                <a:cubicBezTo>
                  <a:pt x="54651" y="39544"/>
                  <a:pt x="62454" y="44431"/>
                  <a:pt x="71090" y="44431"/>
                </a:cubicBezTo>
                <a:cubicBezTo>
                  <a:pt x="79727" y="44431"/>
                  <a:pt x="87502" y="39516"/>
                  <a:pt x="94250" y="34462"/>
                </a:cubicBezTo>
                <a:cubicBezTo>
                  <a:pt x="100165" y="29991"/>
                  <a:pt x="108107" y="29991"/>
                  <a:pt x="114022" y="34462"/>
                </a:cubicBezTo>
                <a:close/>
                <a:moveTo>
                  <a:pt x="114022" y="74451"/>
                </a:moveTo>
                <a:cubicBezTo>
                  <a:pt x="119771" y="78783"/>
                  <a:pt x="126796" y="82976"/>
                  <a:pt x="134627" y="84031"/>
                </a:cubicBezTo>
                <a:cubicBezTo>
                  <a:pt x="138265" y="84531"/>
                  <a:pt x="141625" y="81948"/>
                  <a:pt x="142125" y="78310"/>
                </a:cubicBezTo>
                <a:cubicBezTo>
                  <a:pt x="142625" y="74673"/>
                  <a:pt x="140042" y="71313"/>
                  <a:pt x="136405" y="70813"/>
                </a:cubicBezTo>
                <a:cubicBezTo>
                  <a:pt x="131989" y="70230"/>
                  <a:pt x="127185" y="67675"/>
                  <a:pt x="122048" y="63815"/>
                </a:cubicBezTo>
                <a:cubicBezTo>
                  <a:pt x="111384" y="55762"/>
                  <a:pt x="96916" y="55762"/>
                  <a:pt x="86225" y="63815"/>
                </a:cubicBezTo>
                <a:cubicBezTo>
                  <a:pt x="79560" y="68841"/>
                  <a:pt x="74923" y="71118"/>
                  <a:pt x="71090" y="71118"/>
                </a:cubicBezTo>
                <a:cubicBezTo>
                  <a:pt x="67258" y="71118"/>
                  <a:pt x="62621" y="68841"/>
                  <a:pt x="55956" y="63815"/>
                </a:cubicBezTo>
                <a:cubicBezTo>
                  <a:pt x="45292" y="55762"/>
                  <a:pt x="30824" y="55762"/>
                  <a:pt x="20133" y="63815"/>
                </a:cubicBezTo>
                <a:cubicBezTo>
                  <a:pt x="14996" y="67675"/>
                  <a:pt x="10191" y="70230"/>
                  <a:pt x="5776" y="70813"/>
                </a:cubicBezTo>
                <a:cubicBezTo>
                  <a:pt x="2138" y="71285"/>
                  <a:pt x="-444" y="74645"/>
                  <a:pt x="56" y="78310"/>
                </a:cubicBezTo>
                <a:cubicBezTo>
                  <a:pt x="555" y="81976"/>
                  <a:pt x="3888" y="84531"/>
                  <a:pt x="7553" y="84031"/>
                </a:cubicBezTo>
                <a:cubicBezTo>
                  <a:pt x="15384" y="82976"/>
                  <a:pt x="22438" y="78783"/>
                  <a:pt x="28158" y="74451"/>
                </a:cubicBezTo>
                <a:cubicBezTo>
                  <a:pt x="34073" y="69980"/>
                  <a:pt x="42016" y="69980"/>
                  <a:pt x="47930" y="74451"/>
                </a:cubicBezTo>
                <a:cubicBezTo>
                  <a:pt x="54651" y="79532"/>
                  <a:pt x="62454" y="84420"/>
                  <a:pt x="71090" y="84420"/>
                </a:cubicBezTo>
                <a:cubicBezTo>
                  <a:pt x="79727" y="84420"/>
                  <a:pt x="87502" y="79505"/>
                  <a:pt x="94250" y="74451"/>
                </a:cubicBezTo>
                <a:cubicBezTo>
                  <a:pt x="100165" y="69980"/>
                  <a:pt x="108107" y="69980"/>
                  <a:pt x="114022" y="74451"/>
                </a:cubicBezTo>
                <a:close/>
                <a:moveTo>
                  <a:pt x="94250" y="114439"/>
                </a:moveTo>
                <a:cubicBezTo>
                  <a:pt x="100165" y="109968"/>
                  <a:pt x="108107" y="109968"/>
                  <a:pt x="114022" y="114439"/>
                </a:cubicBezTo>
                <a:cubicBezTo>
                  <a:pt x="119771" y="118771"/>
                  <a:pt x="126796" y="122964"/>
                  <a:pt x="134627" y="124019"/>
                </a:cubicBezTo>
                <a:cubicBezTo>
                  <a:pt x="138265" y="124519"/>
                  <a:pt x="141625" y="121937"/>
                  <a:pt x="142125" y="118299"/>
                </a:cubicBezTo>
                <a:cubicBezTo>
                  <a:pt x="142625" y="114661"/>
                  <a:pt x="140042" y="111301"/>
                  <a:pt x="136405" y="110801"/>
                </a:cubicBezTo>
                <a:cubicBezTo>
                  <a:pt x="131989" y="110218"/>
                  <a:pt x="127185" y="107663"/>
                  <a:pt x="122048" y="103803"/>
                </a:cubicBezTo>
                <a:cubicBezTo>
                  <a:pt x="111384" y="95750"/>
                  <a:pt x="96916" y="95750"/>
                  <a:pt x="86225" y="103803"/>
                </a:cubicBezTo>
                <a:cubicBezTo>
                  <a:pt x="79560" y="108829"/>
                  <a:pt x="74923" y="111106"/>
                  <a:pt x="71090" y="111106"/>
                </a:cubicBezTo>
                <a:cubicBezTo>
                  <a:pt x="67258" y="111106"/>
                  <a:pt x="62621" y="108829"/>
                  <a:pt x="55956" y="103803"/>
                </a:cubicBezTo>
                <a:cubicBezTo>
                  <a:pt x="45292" y="95750"/>
                  <a:pt x="30824" y="95750"/>
                  <a:pt x="20133" y="103803"/>
                </a:cubicBezTo>
                <a:cubicBezTo>
                  <a:pt x="14996" y="107663"/>
                  <a:pt x="10191" y="110218"/>
                  <a:pt x="5776" y="110801"/>
                </a:cubicBezTo>
                <a:cubicBezTo>
                  <a:pt x="2138" y="111301"/>
                  <a:pt x="-444" y="114633"/>
                  <a:pt x="56" y="118299"/>
                </a:cubicBezTo>
                <a:cubicBezTo>
                  <a:pt x="555" y="121964"/>
                  <a:pt x="3888" y="124519"/>
                  <a:pt x="7553" y="124019"/>
                </a:cubicBezTo>
                <a:cubicBezTo>
                  <a:pt x="15384" y="122964"/>
                  <a:pt x="22438" y="118771"/>
                  <a:pt x="28158" y="114439"/>
                </a:cubicBezTo>
                <a:cubicBezTo>
                  <a:pt x="34073" y="109968"/>
                  <a:pt x="42016" y="109968"/>
                  <a:pt x="47930" y="114439"/>
                </a:cubicBezTo>
                <a:cubicBezTo>
                  <a:pt x="54651" y="119521"/>
                  <a:pt x="62454" y="124408"/>
                  <a:pt x="71090" y="124408"/>
                </a:cubicBezTo>
                <a:cubicBezTo>
                  <a:pt x="79727" y="124408"/>
                  <a:pt x="87502" y="119493"/>
                  <a:pt x="94250" y="11443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279988" y="2694327"/>
            <a:ext cx="959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Moisture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31172" y="2943143"/>
            <a:ext cx="4611988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 data for soil moisture estimation. Critical for irrigation planning and drought prediction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20982" y="3486983"/>
            <a:ext cx="4770164" cy="646922"/>
          </a:xfrm>
          <a:custGeom>
            <a:avLst/>
            <a:gdLst/>
            <a:ahLst/>
            <a:cxnLst/>
            <a:rect l="l" t="t" r="r" b="b"/>
            <a:pathLst>
              <a:path w="4770164" h="646922">
                <a:moveTo>
                  <a:pt x="71090" y="0"/>
                </a:moveTo>
                <a:lnTo>
                  <a:pt x="4699074" y="0"/>
                </a:lnTo>
                <a:cubicBezTo>
                  <a:pt x="4738336" y="0"/>
                  <a:pt x="4770164" y="31828"/>
                  <a:pt x="4770164" y="71090"/>
                </a:cubicBezTo>
                <a:lnTo>
                  <a:pt x="4770164" y="575832"/>
                </a:lnTo>
                <a:cubicBezTo>
                  <a:pt x="4770164" y="615094"/>
                  <a:pt x="4738336" y="646922"/>
                  <a:pt x="4699074" y="646922"/>
                </a:cubicBezTo>
                <a:lnTo>
                  <a:pt x="71090" y="646922"/>
                </a:lnTo>
                <a:cubicBezTo>
                  <a:pt x="31828" y="646922"/>
                  <a:pt x="0" y="615094"/>
                  <a:pt x="0" y="575832"/>
                </a:cubicBezTo>
                <a:lnTo>
                  <a:pt x="0" y="71090"/>
                </a:lnTo>
                <a:cubicBezTo>
                  <a:pt x="0" y="31854"/>
                  <a:pt x="31854" y="0"/>
                  <a:pt x="7109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075603" y="3632721"/>
            <a:ext cx="88863" cy="142181"/>
          </a:xfrm>
          <a:custGeom>
            <a:avLst/>
            <a:gdLst/>
            <a:ahLst/>
            <a:cxnLst/>
            <a:rect l="l" t="t" r="r" b="b"/>
            <a:pathLst>
              <a:path w="88863" h="142181">
                <a:moveTo>
                  <a:pt x="44431" y="0"/>
                </a:moveTo>
                <a:cubicBezTo>
                  <a:pt x="29714" y="0"/>
                  <a:pt x="17773" y="11941"/>
                  <a:pt x="17773" y="26659"/>
                </a:cubicBezTo>
                <a:lnTo>
                  <a:pt x="17773" y="72396"/>
                </a:lnTo>
                <a:cubicBezTo>
                  <a:pt x="9581" y="79699"/>
                  <a:pt x="4443" y="90363"/>
                  <a:pt x="4443" y="102192"/>
                </a:cubicBezTo>
                <a:cubicBezTo>
                  <a:pt x="4443" y="124269"/>
                  <a:pt x="22355" y="142181"/>
                  <a:pt x="44431" y="142181"/>
                </a:cubicBezTo>
                <a:cubicBezTo>
                  <a:pt x="66508" y="142181"/>
                  <a:pt x="84420" y="124269"/>
                  <a:pt x="84420" y="102192"/>
                </a:cubicBezTo>
                <a:cubicBezTo>
                  <a:pt x="84420" y="90363"/>
                  <a:pt x="79282" y="79699"/>
                  <a:pt x="71090" y="72396"/>
                </a:cubicBezTo>
                <a:lnTo>
                  <a:pt x="71090" y="26659"/>
                </a:lnTo>
                <a:cubicBezTo>
                  <a:pt x="71090" y="11941"/>
                  <a:pt x="59149" y="0"/>
                  <a:pt x="44431" y="0"/>
                </a:cubicBezTo>
                <a:close/>
                <a:moveTo>
                  <a:pt x="62204" y="102192"/>
                </a:moveTo>
                <a:cubicBezTo>
                  <a:pt x="62204" y="111995"/>
                  <a:pt x="54234" y="119965"/>
                  <a:pt x="44431" y="119965"/>
                </a:cubicBezTo>
                <a:cubicBezTo>
                  <a:pt x="34629" y="119965"/>
                  <a:pt x="26659" y="111995"/>
                  <a:pt x="26659" y="102192"/>
                </a:cubicBezTo>
                <a:cubicBezTo>
                  <a:pt x="26659" y="94722"/>
                  <a:pt x="31241" y="88335"/>
                  <a:pt x="37767" y="85725"/>
                </a:cubicBezTo>
                <a:lnTo>
                  <a:pt x="37767" y="59983"/>
                </a:lnTo>
                <a:cubicBezTo>
                  <a:pt x="37767" y="56289"/>
                  <a:pt x="40738" y="53318"/>
                  <a:pt x="44431" y="53318"/>
                </a:cubicBezTo>
                <a:cubicBezTo>
                  <a:pt x="48125" y="53318"/>
                  <a:pt x="51096" y="56289"/>
                  <a:pt x="51096" y="59983"/>
                </a:cubicBezTo>
                <a:lnTo>
                  <a:pt x="51096" y="85725"/>
                </a:lnTo>
                <a:cubicBezTo>
                  <a:pt x="57622" y="88363"/>
                  <a:pt x="62204" y="94750"/>
                  <a:pt x="62204" y="102192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279988" y="3597176"/>
            <a:ext cx="18750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 Surface Temperature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31172" y="3845992"/>
            <a:ext cx="461198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Thermal bands for crop stress detection and growth stage monitoring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71692" y="4432484"/>
            <a:ext cx="5063412" cy="2373529"/>
          </a:xfrm>
          <a:custGeom>
            <a:avLst/>
            <a:gdLst/>
            <a:ahLst/>
            <a:cxnLst/>
            <a:rect l="l" t="t" r="r" b="b"/>
            <a:pathLst>
              <a:path w="5063412" h="2424182">
                <a:moveTo>
                  <a:pt x="106640" y="0"/>
                </a:moveTo>
                <a:lnTo>
                  <a:pt x="4956772" y="0"/>
                </a:lnTo>
                <a:cubicBezTo>
                  <a:pt x="5015668" y="0"/>
                  <a:pt x="5063412" y="47744"/>
                  <a:pt x="5063412" y="106640"/>
                </a:cubicBezTo>
                <a:lnTo>
                  <a:pt x="5063412" y="2317542"/>
                </a:lnTo>
                <a:cubicBezTo>
                  <a:pt x="5063412" y="2376438"/>
                  <a:pt x="5015668" y="2424182"/>
                  <a:pt x="4956772" y="2424182"/>
                </a:cubicBezTo>
                <a:lnTo>
                  <a:pt x="106640" y="2424182"/>
                </a:lnTo>
                <a:cubicBezTo>
                  <a:pt x="47744" y="2424182"/>
                  <a:pt x="0" y="2376438"/>
                  <a:pt x="0" y="2317542"/>
                </a:cubicBezTo>
                <a:lnTo>
                  <a:pt x="0" y="106640"/>
                </a:lnTo>
                <a:cubicBezTo>
                  <a:pt x="0" y="47744"/>
                  <a:pt x="47744" y="0"/>
                  <a:pt x="10664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917427" y="4578222"/>
            <a:ext cx="48608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 Deployment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17427" y="4901679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041835" y="5008314"/>
            <a:ext cx="106636" cy="142181"/>
          </a:xfrm>
          <a:custGeom>
            <a:avLst/>
            <a:gdLst/>
            <a:ahLst/>
            <a:cxnLst/>
            <a:rect l="l" t="t" r="r" b="b"/>
            <a:pathLst>
              <a:path w="106636" h="142181">
                <a:moveTo>
                  <a:pt x="0" y="17773"/>
                </a:moveTo>
                <a:cubicBezTo>
                  <a:pt x="0" y="7970"/>
                  <a:pt x="7970" y="0"/>
                  <a:pt x="17773" y="0"/>
                </a:cubicBezTo>
                <a:lnTo>
                  <a:pt x="59288" y="0"/>
                </a:lnTo>
                <a:cubicBezTo>
                  <a:pt x="64009" y="0"/>
                  <a:pt x="68536" y="1861"/>
                  <a:pt x="71868" y="5193"/>
                </a:cubicBezTo>
                <a:lnTo>
                  <a:pt x="101443" y="34795"/>
                </a:lnTo>
                <a:cubicBezTo>
                  <a:pt x="104775" y="38128"/>
                  <a:pt x="106636" y="42654"/>
                  <a:pt x="106636" y="47375"/>
                </a:cubicBezTo>
                <a:lnTo>
                  <a:pt x="106636" y="124408"/>
                </a:lnTo>
                <a:cubicBezTo>
                  <a:pt x="106636" y="134211"/>
                  <a:pt x="98666" y="142181"/>
                  <a:pt x="88863" y="142181"/>
                </a:cubicBezTo>
                <a:lnTo>
                  <a:pt x="17773" y="142181"/>
                </a:lnTo>
                <a:cubicBezTo>
                  <a:pt x="7970" y="142181"/>
                  <a:pt x="0" y="134211"/>
                  <a:pt x="0" y="124408"/>
                </a:cubicBezTo>
                <a:lnTo>
                  <a:pt x="0" y="17773"/>
                </a:lnTo>
                <a:close/>
                <a:moveTo>
                  <a:pt x="57761" y="16245"/>
                </a:moveTo>
                <a:lnTo>
                  <a:pt x="57761" y="42210"/>
                </a:lnTo>
                <a:cubicBezTo>
                  <a:pt x="57761" y="45903"/>
                  <a:pt x="60732" y="48875"/>
                  <a:pt x="64426" y="48875"/>
                </a:cubicBezTo>
                <a:lnTo>
                  <a:pt x="90390" y="48875"/>
                </a:lnTo>
                <a:lnTo>
                  <a:pt x="57761" y="16245"/>
                </a:lnTo>
                <a:close/>
                <a:moveTo>
                  <a:pt x="42821" y="82087"/>
                </a:moveTo>
                <a:cubicBezTo>
                  <a:pt x="45209" y="79282"/>
                  <a:pt x="44904" y="75089"/>
                  <a:pt x="42099" y="72701"/>
                </a:cubicBezTo>
                <a:cubicBezTo>
                  <a:pt x="39294" y="70313"/>
                  <a:pt x="35101" y="70618"/>
                  <a:pt x="32713" y="73423"/>
                </a:cubicBezTo>
                <a:lnTo>
                  <a:pt x="19383" y="88974"/>
                </a:lnTo>
                <a:cubicBezTo>
                  <a:pt x="17245" y="91473"/>
                  <a:pt x="17245" y="95139"/>
                  <a:pt x="19383" y="97638"/>
                </a:cubicBezTo>
                <a:lnTo>
                  <a:pt x="32713" y="113189"/>
                </a:lnTo>
                <a:cubicBezTo>
                  <a:pt x="35101" y="115994"/>
                  <a:pt x="39322" y="116299"/>
                  <a:pt x="42099" y="113911"/>
                </a:cubicBezTo>
                <a:cubicBezTo>
                  <a:pt x="44876" y="111523"/>
                  <a:pt x="45209" y="107302"/>
                  <a:pt x="42821" y="104525"/>
                </a:cubicBezTo>
                <a:lnTo>
                  <a:pt x="33213" y="93306"/>
                </a:lnTo>
                <a:lnTo>
                  <a:pt x="42821" y="82087"/>
                </a:lnTo>
                <a:close/>
                <a:moveTo>
                  <a:pt x="73923" y="73423"/>
                </a:moveTo>
                <a:cubicBezTo>
                  <a:pt x="71535" y="70618"/>
                  <a:pt x="67314" y="70313"/>
                  <a:pt x="64537" y="72701"/>
                </a:cubicBezTo>
                <a:cubicBezTo>
                  <a:pt x="61760" y="75089"/>
                  <a:pt x="61427" y="79310"/>
                  <a:pt x="63815" y="82087"/>
                </a:cubicBezTo>
                <a:lnTo>
                  <a:pt x="73423" y="93306"/>
                </a:lnTo>
                <a:lnTo>
                  <a:pt x="63815" y="104525"/>
                </a:lnTo>
                <a:cubicBezTo>
                  <a:pt x="61427" y="107330"/>
                  <a:pt x="61732" y="111523"/>
                  <a:pt x="64537" y="113911"/>
                </a:cubicBezTo>
                <a:cubicBezTo>
                  <a:pt x="67341" y="116299"/>
                  <a:pt x="71535" y="115994"/>
                  <a:pt x="73923" y="113189"/>
                </a:cubicBezTo>
                <a:lnTo>
                  <a:pt x="87252" y="97638"/>
                </a:lnTo>
                <a:cubicBezTo>
                  <a:pt x="89391" y="95139"/>
                  <a:pt x="89391" y="91473"/>
                  <a:pt x="87252" y="88974"/>
                </a:cubicBezTo>
                <a:lnTo>
                  <a:pt x="73923" y="7342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379515" y="4883906"/>
            <a:ext cx="23370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 Serialization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79515" y="5097177"/>
            <a:ext cx="232821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saved as .pkl files for fast loading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17427" y="5363766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7032949" y="5470402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17773" y="8886"/>
                </a:moveTo>
                <a:cubicBezTo>
                  <a:pt x="7970" y="8886"/>
                  <a:pt x="0" y="16856"/>
                  <a:pt x="0" y="26659"/>
                </a:cubicBezTo>
                <a:lnTo>
                  <a:pt x="0" y="44431"/>
                </a:lnTo>
                <a:cubicBezTo>
                  <a:pt x="0" y="54234"/>
                  <a:pt x="7970" y="62204"/>
                  <a:pt x="17773" y="62204"/>
                </a:cubicBezTo>
                <a:lnTo>
                  <a:pt x="106636" y="62204"/>
                </a:lnTo>
                <a:cubicBezTo>
                  <a:pt x="116438" y="62204"/>
                  <a:pt x="124408" y="54234"/>
                  <a:pt x="124408" y="44431"/>
                </a:cubicBezTo>
                <a:lnTo>
                  <a:pt x="124408" y="26659"/>
                </a:lnTo>
                <a:cubicBezTo>
                  <a:pt x="124408" y="16856"/>
                  <a:pt x="116438" y="8886"/>
                  <a:pt x="106636" y="8886"/>
                </a:cubicBezTo>
                <a:lnTo>
                  <a:pt x="17773" y="8886"/>
                </a:lnTo>
                <a:close/>
                <a:moveTo>
                  <a:pt x="77755" y="28880"/>
                </a:moveTo>
                <a:cubicBezTo>
                  <a:pt x="81433" y="28880"/>
                  <a:pt x="84420" y="31867"/>
                  <a:pt x="84420" y="35545"/>
                </a:cubicBezTo>
                <a:cubicBezTo>
                  <a:pt x="84420" y="39224"/>
                  <a:pt x="81433" y="42210"/>
                  <a:pt x="77755" y="42210"/>
                </a:cubicBezTo>
                <a:cubicBezTo>
                  <a:pt x="74077" y="42210"/>
                  <a:pt x="71090" y="39224"/>
                  <a:pt x="71090" y="35545"/>
                </a:cubicBezTo>
                <a:cubicBezTo>
                  <a:pt x="71090" y="31867"/>
                  <a:pt x="74077" y="28880"/>
                  <a:pt x="77755" y="28880"/>
                </a:cubicBezTo>
                <a:close/>
                <a:moveTo>
                  <a:pt x="93306" y="35545"/>
                </a:moveTo>
                <a:cubicBezTo>
                  <a:pt x="93306" y="31867"/>
                  <a:pt x="96292" y="28880"/>
                  <a:pt x="99971" y="28880"/>
                </a:cubicBezTo>
                <a:cubicBezTo>
                  <a:pt x="103649" y="28880"/>
                  <a:pt x="106636" y="31867"/>
                  <a:pt x="106636" y="35545"/>
                </a:cubicBezTo>
                <a:cubicBezTo>
                  <a:pt x="106636" y="39224"/>
                  <a:pt x="103649" y="42210"/>
                  <a:pt x="99971" y="42210"/>
                </a:cubicBezTo>
                <a:cubicBezTo>
                  <a:pt x="96292" y="42210"/>
                  <a:pt x="93306" y="39224"/>
                  <a:pt x="93306" y="35545"/>
                </a:cubicBezTo>
                <a:close/>
                <a:moveTo>
                  <a:pt x="17773" y="79977"/>
                </a:moveTo>
                <a:cubicBezTo>
                  <a:pt x="7970" y="79977"/>
                  <a:pt x="0" y="87947"/>
                  <a:pt x="0" y="97749"/>
                </a:cubicBezTo>
                <a:lnTo>
                  <a:pt x="0" y="115522"/>
                </a:lnTo>
                <a:cubicBezTo>
                  <a:pt x="0" y="125325"/>
                  <a:pt x="7970" y="133294"/>
                  <a:pt x="17773" y="133294"/>
                </a:cubicBezTo>
                <a:lnTo>
                  <a:pt x="106636" y="133294"/>
                </a:lnTo>
                <a:cubicBezTo>
                  <a:pt x="116438" y="133294"/>
                  <a:pt x="124408" y="125325"/>
                  <a:pt x="124408" y="115522"/>
                </a:cubicBezTo>
                <a:lnTo>
                  <a:pt x="124408" y="97749"/>
                </a:lnTo>
                <a:cubicBezTo>
                  <a:pt x="124408" y="87947"/>
                  <a:pt x="116438" y="79977"/>
                  <a:pt x="106636" y="79977"/>
                </a:cubicBezTo>
                <a:lnTo>
                  <a:pt x="17773" y="79977"/>
                </a:lnTo>
                <a:close/>
                <a:moveTo>
                  <a:pt x="77755" y="99971"/>
                </a:moveTo>
                <a:cubicBezTo>
                  <a:pt x="81433" y="99971"/>
                  <a:pt x="84420" y="102957"/>
                  <a:pt x="84420" y="106636"/>
                </a:cubicBezTo>
                <a:cubicBezTo>
                  <a:pt x="84420" y="110314"/>
                  <a:pt x="81433" y="113300"/>
                  <a:pt x="77755" y="113300"/>
                </a:cubicBezTo>
                <a:cubicBezTo>
                  <a:pt x="74077" y="113300"/>
                  <a:pt x="71090" y="110314"/>
                  <a:pt x="71090" y="106636"/>
                </a:cubicBezTo>
                <a:cubicBezTo>
                  <a:pt x="71090" y="102957"/>
                  <a:pt x="74077" y="99971"/>
                  <a:pt x="77755" y="99971"/>
                </a:cubicBezTo>
                <a:close/>
                <a:moveTo>
                  <a:pt x="93306" y="106636"/>
                </a:moveTo>
                <a:cubicBezTo>
                  <a:pt x="93306" y="102957"/>
                  <a:pt x="96292" y="99971"/>
                  <a:pt x="99971" y="99971"/>
                </a:cubicBezTo>
                <a:cubicBezTo>
                  <a:pt x="103649" y="99971"/>
                  <a:pt x="106636" y="102957"/>
                  <a:pt x="106636" y="106636"/>
                </a:cubicBezTo>
                <a:cubicBezTo>
                  <a:pt x="106636" y="110314"/>
                  <a:pt x="103649" y="113300"/>
                  <a:pt x="99971" y="113300"/>
                </a:cubicBezTo>
                <a:cubicBezTo>
                  <a:pt x="96292" y="113300"/>
                  <a:pt x="93306" y="110314"/>
                  <a:pt x="93306" y="1066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379515" y="5345994"/>
            <a:ext cx="25414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Endpoints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379515" y="5559265"/>
            <a:ext cx="253259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/predict endpoint with &lt;200ms response time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17427" y="5825854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024063" y="5932489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8300" y="63454"/>
                </a:moveTo>
                <a:cubicBezTo>
                  <a:pt x="21994" y="37628"/>
                  <a:pt x="44237" y="17773"/>
                  <a:pt x="71090" y="17773"/>
                </a:cubicBezTo>
                <a:cubicBezTo>
                  <a:pt x="85808" y="17773"/>
                  <a:pt x="99138" y="23743"/>
                  <a:pt x="108802" y="33379"/>
                </a:cubicBezTo>
                <a:cubicBezTo>
                  <a:pt x="108857" y="33435"/>
                  <a:pt x="108913" y="33490"/>
                  <a:pt x="108968" y="33546"/>
                </a:cubicBezTo>
                <a:lnTo>
                  <a:pt x="111079" y="35545"/>
                </a:lnTo>
                <a:lnTo>
                  <a:pt x="97777" y="35545"/>
                </a:lnTo>
                <a:cubicBezTo>
                  <a:pt x="92862" y="35545"/>
                  <a:pt x="88891" y="39516"/>
                  <a:pt x="88891" y="44431"/>
                </a:cubicBezTo>
                <a:cubicBezTo>
                  <a:pt x="88891" y="49347"/>
                  <a:pt x="92862" y="53318"/>
                  <a:pt x="97777" y="53318"/>
                </a:cubicBezTo>
                <a:lnTo>
                  <a:pt x="133322" y="53318"/>
                </a:lnTo>
                <a:cubicBezTo>
                  <a:pt x="138237" y="53318"/>
                  <a:pt x="142209" y="49347"/>
                  <a:pt x="142209" y="44431"/>
                </a:cubicBezTo>
                <a:lnTo>
                  <a:pt x="142209" y="8886"/>
                </a:lnTo>
                <a:cubicBezTo>
                  <a:pt x="142209" y="3971"/>
                  <a:pt x="138237" y="0"/>
                  <a:pt x="133322" y="0"/>
                </a:cubicBezTo>
                <a:cubicBezTo>
                  <a:pt x="128407" y="0"/>
                  <a:pt x="124436" y="3971"/>
                  <a:pt x="124436" y="8886"/>
                </a:cubicBezTo>
                <a:lnTo>
                  <a:pt x="124436" y="23715"/>
                </a:lnTo>
                <a:lnTo>
                  <a:pt x="121298" y="20744"/>
                </a:lnTo>
                <a:cubicBezTo>
                  <a:pt x="108441" y="7942"/>
                  <a:pt x="90668" y="0"/>
                  <a:pt x="71090" y="0"/>
                </a:cubicBezTo>
                <a:cubicBezTo>
                  <a:pt x="35267" y="0"/>
                  <a:pt x="5637" y="26492"/>
                  <a:pt x="722" y="60954"/>
                </a:cubicBezTo>
                <a:cubicBezTo>
                  <a:pt x="28" y="65814"/>
                  <a:pt x="3388" y="70313"/>
                  <a:pt x="8248" y="71007"/>
                </a:cubicBezTo>
                <a:cubicBezTo>
                  <a:pt x="13107" y="71701"/>
                  <a:pt x="17606" y="68313"/>
                  <a:pt x="18300" y="63481"/>
                </a:cubicBezTo>
                <a:close/>
                <a:moveTo>
                  <a:pt x="141459" y="81226"/>
                </a:moveTo>
                <a:cubicBezTo>
                  <a:pt x="142153" y="76367"/>
                  <a:pt x="138765" y="71868"/>
                  <a:pt x="133933" y="71174"/>
                </a:cubicBezTo>
                <a:cubicBezTo>
                  <a:pt x="129101" y="70479"/>
                  <a:pt x="124575" y="73867"/>
                  <a:pt x="123881" y="78699"/>
                </a:cubicBezTo>
                <a:cubicBezTo>
                  <a:pt x="120187" y="104525"/>
                  <a:pt x="97944" y="124380"/>
                  <a:pt x="71090" y="124380"/>
                </a:cubicBezTo>
                <a:cubicBezTo>
                  <a:pt x="56372" y="124380"/>
                  <a:pt x="43043" y="118410"/>
                  <a:pt x="33379" y="108774"/>
                </a:cubicBezTo>
                <a:cubicBezTo>
                  <a:pt x="33324" y="108718"/>
                  <a:pt x="33268" y="108663"/>
                  <a:pt x="33213" y="108607"/>
                </a:cubicBezTo>
                <a:lnTo>
                  <a:pt x="31102" y="106608"/>
                </a:lnTo>
                <a:lnTo>
                  <a:pt x="44404" y="106608"/>
                </a:lnTo>
                <a:cubicBezTo>
                  <a:pt x="49319" y="106608"/>
                  <a:pt x="53290" y="102637"/>
                  <a:pt x="53290" y="97722"/>
                </a:cubicBezTo>
                <a:cubicBezTo>
                  <a:pt x="53290" y="92806"/>
                  <a:pt x="49319" y="88835"/>
                  <a:pt x="44404" y="88835"/>
                </a:cubicBezTo>
                <a:lnTo>
                  <a:pt x="8886" y="88863"/>
                </a:lnTo>
                <a:cubicBezTo>
                  <a:pt x="6526" y="88863"/>
                  <a:pt x="4249" y="89807"/>
                  <a:pt x="2583" y="91501"/>
                </a:cubicBezTo>
                <a:cubicBezTo>
                  <a:pt x="916" y="93195"/>
                  <a:pt x="-28" y="95444"/>
                  <a:pt x="0" y="97833"/>
                </a:cubicBezTo>
                <a:lnTo>
                  <a:pt x="278" y="133100"/>
                </a:lnTo>
                <a:cubicBezTo>
                  <a:pt x="305" y="138015"/>
                  <a:pt x="4332" y="141959"/>
                  <a:pt x="9247" y="141903"/>
                </a:cubicBezTo>
                <a:cubicBezTo>
                  <a:pt x="14163" y="141848"/>
                  <a:pt x="18106" y="137849"/>
                  <a:pt x="18050" y="132933"/>
                </a:cubicBezTo>
                <a:lnTo>
                  <a:pt x="17939" y="118632"/>
                </a:lnTo>
                <a:lnTo>
                  <a:pt x="20911" y="121437"/>
                </a:lnTo>
                <a:cubicBezTo>
                  <a:pt x="33768" y="134239"/>
                  <a:pt x="51513" y="142181"/>
                  <a:pt x="71090" y="142181"/>
                </a:cubicBezTo>
                <a:cubicBezTo>
                  <a:pt x="106913" y="142181"/>
                  <a:pt x="136544" y="115688"/>
                  <a:pt x="141459" y="8122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379515" y="5808081"/>
            <a:ext cx="23637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79515" y="6021352"/>
            <a:ext cx="2354869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retraining with new season data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917427" y="6287941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032949" y="6394577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79977" y="0"/>
                </a:moveTo>
                <a:lnTo>
                  <a:pt x="35545" y="0"/>
                </a:lnTo>
                <a:cubicBezTo>
                  <a:pt x="30630" y="0"/>
                  <a:pt x="26659" y="3971"/>
                  <a:pt x="26659" y="8886"/>
                </a:cubicBezTo>
                <a:cubicBezTo>
                  <a:pt x="26659" y="13802"/>
                  <a:pt x="30630" y="17773"/>
                  <a:pt x="35545" y="17773"/>
                </a:cubicBezTo>
                <a:lnTo>
                  <a:pt x="35545" y="59844"/>
                </a:lnTo>
                <a:lnTo>
                  <a:pt x="2083" y="118382"/>
                </a:lnTo>
                <a:cubicBezTo>
                  <a:pt x="722" y="120798"/>
                  <a:pt x="0" y="123492"/>
                  <a:pt x="0" y="126269"/>
                </a:cubicBezTo>
                <a:cubicBezTo>
                  <a:pt x="0" y="135072"/>
                  <a:pt x="7109" y="142181"/>
                  <a:pt x="15912" y="142181"/>
                </a:cubicBezTo>
                <a:lnTo>
                  <a:pt x="108496" y="142181"/>
                </a:lnTo>
                <a:cubicBezTo>
                  <a:pt x="117271" y="142181"/>
                  <a:pt x="124408" y="135072"/>
                  <a:pt x="124408" y="126269"/>
                </a:cubicBezTo>
                <a:cubicBezTo>
                  <a:pt x="124408" y="123492"/>
                  <a:pt x="123686" y="120770"/>
                  <a:pt x="122325" y="118382"/>
                </a:cubicBezTo>
                <a:lnTo>
                  <a:pt x="88863" y="59844"/>
                </a:lnTo>
                <a:lnTo>
                  <a:pt x="88863" y="17773"/>
                </a:lnTo>
                <a:cubicBezTo>
                  <a:pt x="93778" y="17773"/>
                  <a:pt x="97749" y="13802"/>
                  <a:pt x="97749" y="8886"/>
                </a:cubicBezTo>
                <a:cubicBezTo>
                  <a:pt x="97749" y="3971"/>
                  <a:pt x="93778" y="0"/>
                  <a:pt x="88863" y="0"/>
                </a:cubicBezTo>
                <a:lnTo>
                  <a:pt x="79977" y="0"/>
                </a:lnTo>
                <a:close/>
                <a:moveTo>
                  <a:pt x="53318" y="59844"/>
                </a:moveTo>
                <a:lnTo>
                  <a:pt x="53318" y="17773"/>
                </a:lnTo>
                <a:lnTo>
                  <a:pt x="71090" y="17773"/>
                </a:lnTo>
                <a:lnTo>
                  <a:pt x="71090" y="59844"/>
                </a:lnTo>
                <a:cubicBezTo>
                  <a:pt x="71090" y="62926"/>
                  <a:pt x="71896" y="65981"/>
                  <a:pt x="73423" y="68674"/>
                </a:cubicBezTo>
                <a:lnTo>
                  <a:pt x="84975" y="88863"/>
                </a:lnTo>
                <a:lnTo>
                  <a:pt x="39433" y="88863"/>
                </a:lnTo>
                <a:lnTo>
                  <a:pt x="50985" y="68674"/>
                </a:lnTo>
                <a:cubicBezTo>
                  <a:pt x="52512" y="65981"/>
                  <a:pt x="53318" y="62954"/>
                  <a:pt x="53318" y="598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379515" y="6270168"/>
            <a:ext cx="22038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379515" y="6483440"/>
            <a:ext cx="219491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model versions in production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739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kern="0" spc="93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575733"/>
            <a:ext cx="117178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End-to-End System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053" y="1087120"/>
            <a:ext cx="11504507" cy="2055707"/>
          </a:xfrm>
          <a:custGeom>
            <a:avLst/>
            <a:gdLst/>
            <a:ahLst/>
            <a:cxnLst/>
            <a:rect l="l" t="t" r="r" b="b"/>
            <a:pathLst>
              <a:path w="11504507" h="2055707">
                <a:moveTo>
                  <a:pt x="101593" y="0"/>
                </a:moveTo>
                <a:lnTo>
                  <a:pt x="11402914" y="0"/>
                </a:lnTo>
                <a:cubicBezTo>
                  <a:pt x="11459022" y="0"/>
                  <a:pt x="11504507" y="45485"/>
                  <a:pt x="11504507" y="101593"/>
                </a:cubicBezTo>
                <a:lnTo>
                  <a:pt x="11504507" y="1954114"/>
                </a:lnTo>
                <a:cubicBezTo>
                  <a:pt x="11504507" y="2010222"/>
                  <a:pt x="11459022" y="2055707"/>
                  <a:pt x="11402914" y="2055707"/>
                </a:cubicBezTo>
                <a:lnTo>
                  <a:pt x="101593" y="2055707"/>
                </a:lnTo>
                <a:cubicBezTo>
                  <a:pt x="45485" y="2055707"/>
                  <a:pt x="0" y="2010222"/>
                  <a:pt x="0" y="1954114"/>
                </a:cubicBezTo>
                <a:lnTo>
                  <a:pt x="0" y="101593"/>
                </a:lnTo>
                <a:cubicBezTo>
                  <a:pt x="0" y="45485"/>
                  <a:pt x="45485" y="0"/>
                  <a:pt x="1015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573" y="1225976"/>
            <a:ext cx="113114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Architecture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293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25905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65605" y="1791547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5292" y="21167"/>
                </a:moveTo>
                <a:cubicBezTo>
                  <a:pt x="5292" y="9492"/>
                  <a:pt x="14784" y="0"/>
                  <a:pt x="26458" y="0"/>
                </a:cubicBezTo>
                <a:lnTo>
                  <a:pt x="100542" y="0"/>
                </a:lnTo>
                <a:cubicBezTo>
                  <a:pt x="112216" y="0"/>
                  <a:pt x="121708" y="9492"/>
                  <a:pt x="121708" y="21167"/>
                </a:cubicBezTo>
                <a:lnTo>
                  <a:pt x="121708" y="148167"/>
                </a:lnTo>
                <a:cubicBezTo>
                  <a:pt x="121708" y="159841"/>
                  <a:pt x="112216" y="169333"/>
                  <a:pt x="100542" y="169333"/>
                </a:cubicBezTo>
                <a:lnTo>
                  <a:pt x="26458" y="169333"/>
                </a:lnTo>
                <a:cubicBezTo>
                  <a:pt x="14784" y="169333"/>
                  <a:pt x="5292" y="159841"/>
                  <a:pt x="5292" y="148167"/>
                </a:cubicBezTo>
                <a:lnTo>
                  <a:pt x="5292" y="21167"/>
                </a:lnTo>
                <a:close/>
                <a:moveTo>
                  <a:pt x="26458" y="21167"/>
                </a:moveTo>
                <a:lnTo>
                  <a:pt x="26458" y="121708"/>
                </a:lnTo>
                <a:lnTo>
                  <a:pt x="100542" y="121708"/>
                </a:lnTo>
                <a:lnTo>
                  <a:pt x="100542" y="21167"/>
                </a:lnTo>
                <a:lnTo>
                  <a:pt x="26458" y="21167"/>
                </a:lnTo>
                <a:close/>
                <a:moveTo>
                  <a:pt x="63500" y="156104"/>
                </a:moveTo>
                <a:cubicBezTo>
                  <a:pt x="69354" y="156104"/>
                  <a:pt x="74083" y="151375"/>
                  <a:pt x="74083" y="145521"/>
                </a:cubicBezTo>
                <a:cubicBezTo>
                  <a:pt x="74083" y="139667"/>
                  <a:pt x="69354" y="134938"/>
                  <a:pt x="63500" y="134938"/>
                </a:cubicBezTo>
                <a:cubicBezTo>
                  <a:pt x="57646" y="134938"/>
                  <a:pt x="52917" y="139667"/>
                  <a:pt x="52917" y="145521"/>
                </a:cubicBezTo>
                <a:cubicBezTo>
                  <a:pt x="52917" y="151375"/>
                  <a:pt x="57646" y="156104"/>
                  <a:pt x="63500" y="15610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5413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9647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Web App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Chat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Browsers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0070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95557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37168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55702" y="17915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6188" y="0"/>
                  <a:pt x="87709" y="331"/>
                  <a:pt x="89098" y="959"/>
                </a:cubicBezTo>
                <a:lnTo>
                  <a:pt x="151408" y="27384"/>
                </a:lnTo>
                <a:cubicBezTo>
                  <a:pt x="158684" y="30460"/>
                  <a:pt x="164108" y="37637"/>
                  <a:pt x="164075" y="46302"/>
                </a:cubicBezTo>
                <a:cubicBezTo>
                  <a:pt x="163909" y="79110"/>
                  <a:pt x="150416" y="139138"/>
                  <a:pt x="93431" y="166423"/>
                </a:cubicBezTo>
                <a:cubicBezTo>
                  <a:pt x="87908" y="169069"/>
                  <a:pt x="81492" y="169069"/>
                  <a:pt x="75968" y="166423"/>
                </a:cubicBezTo>
                <a:cubicBezTo>
                  <a:pt x="18951" y="139138"/>
                  <a:pt x="5490" y="79110"/>
                  <a:pt x="5325" y="46302"/>
                </a:cubicBezTo>
                <a:cubicBezTo>
                  <a:pt x="5292" y="37637"/>
                  <a:pt x="10716" y="30460"/>
                  <a:pt x="17992" y="27384"/>
                </a:cubicBezTo>
                <a:lnTo>
                  <a:pt x="80268" y="959"/>
                </a:lnTo>
                <a:cubicBezTo>
                  <a:pt x="81657" y="331"/>
                  <a:pt x="83145" y="0"/>
                  <a:pt x="84667" y="0"/>
                </a:cubicBezTo>
                <a:close/>
                <a:moveTo>
                  <a:pt x="84667" y="22093"/>
                </a:moveTo>
                <a:lnTo>
                  <a:pt x="84667" y="147141"/>
                </a:lnTo>
                <a:cubicBezTo>
                  <a:pt x="130307" y="125049"/>
                  <a:pt x="142577" y="76101"/>
                  <a:pt x="142875" y="46798"/>
                </a:cubicBezTo>
                <a:lnTo>
                  <a:pt x="84667" y="22126"/>
                </a:lnTo>
                <a:lnTo>
                  <a:pt x="84667" y="22126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66677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0910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Load Balancer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 Auth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11333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6820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48432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77548" y="179154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77940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2173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Engine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Tools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22596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18083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259695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388812" y="179154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89204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3437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Cache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Storage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2053" y="3247815"/>
            <a:ext cx="5696373" cy="2580640"/>
          </a:xfrm>
          <a:custGeom>
            <a:avLst/>
            <a:gdLst/>
            <a:ahLst/>
            <a:cxnLst/>
            <a:rect l="l" t="t" r="r" b="b"/>
            <a:pathLst>
              <a:path w="5696373" h="2580640">
                <a:moveTo>
                  <a:pt x="101600" y="0"/>
                </a:moveTo>
                <a:lnTo>
                  <a:pt x="5594774" y="0"/>
                </a:lnTo>
                <a:cubicBezTo>
                  <a:pt x="5650886" y="0"/>
                  <a:pt x="5696373" y="45488"/>
                  <a:pt x="5696373" y="101600"/>
                </a:cubicBezTo>
                <a:lnTo>
                  <a:pt x="5696373" y="2479040"/>
                </a:lnTo>
                <a:cubicBezTo>
                  <a:pt x="5696373" y="2535115"/>
                  <a:pt x="5650848" y="2580640"/>
                  <a:pt x="5594774" y="2580640"/>
                </a:cubicBezTo>
                <a:lnTo>
                  <a:pt x="101600" y="2580640"/>
                </a:lnTo>
                <a:cubicBezTo>
                  <a:pt x="45488" y="2580640"/>
                  <a:pt x="0" y="2535152"/>
                  <a:pt x="0" y="247904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907" y="3386667"/>
            <a:ext cx="549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 Deployment Strategy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0907" y="3725333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1815" y="3801533"/>
            <a:ext cx="133350" cy="118533"/>
          </a:xfrm>
          <a:custGeom>
            <a:avLst/>
            <a:gdLst/>
            <a:ahLst/>
            <a:cxnLst/>
            <a:rect l="l" t="t" r="r" b="b"/>
            <a:pathLst>
              <a:path w="133350" h="118533">
                <a:moveTo>
                  <a:pt x="0" y="77788"/>
                </a:moveTo>
                <a:cubicBezTo>
                  <a:pt x="0" y="96193"/>
                  <a:pt x="14932" y="111125"/>
                  <a:pt x="33338" y="111125"/>
                </a:cubicBezTo>
                <a:lnTo>
                  <a:pt x="103717" y="111125"/>
                </a:lnTo>
                <a:cubicBezTo>
                  <a:pt x="120084" y="111125"/>
                  <a:pt x="133350" y="97859"/>
                  <a:pt x="133350" y="81492"/>
                </a:cubicBezTo>
                <a:cubicBezTo>
                  <a:pt x="133350" y="69546"/>
                  <a:pt x="126289" y="59244"/>
                  <a:pt x="116102" y="54567"/>
                </a:cubicBezTo>
                <a:cubicBezTo>
                  <a:pt x="117654" y="51534"/>
                  <a:pt x="118533" y="48085"/>
                  <a:pt x="118533" y="44450"/>
                </a:cubicBezTo>
                <a:cubicBezTo>
                  <a:pt x="118533" y="32180"/>
                  <a:pt x="108578" y="22225"/>
                  <a:pt x="96308" y="22225"/>
                </a:cubicBezTo>
                <a:cubicBezTo>
                  <a:pt x="92211" y="22225"/>
                  <a:pt x="88391" y="23336"/>
                  <a:pt x="85103" y="25258"/>
                </a:cubicBezTo>
                <a:cubicBezTo>
                  <a:pt x="79524" y="14655"/>
                  <a:pt x="68388" y="7408"/>
                  <a:pt x="55563" y="7408"/>
                </a:cubicBezTo>
                <a:cubicBezTo>
                  <a:pt x="37157" y="7408"/>
                  <a:pt x="22225" y="22341"/>
                  <a:pt x="22225" y="40746"/>
                </a:cubicBezTo>
                <a:cubicBezTo>
                  <a:pt x="22225" y="42598"/>
                  <a:pt x="22387" y="44427"/>
                  <a:pt x="22665" y="46186"/>
                </a:cubicBezTo>
                <a:cubicBezTo>
                  <a:pt x="9492" y="50631"/>
                  <a:pt x="0" y="63110"/>
                  <a:pt x="0" y="7778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3440" y="3725333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AWS/GCP Multi-Region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3440" y="3928533"/>
            <a:ext cx="26331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Mumbai, Delhi, Bangalore regions for low latency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0907" y="4165600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59223" y="4241800"/>
            <a:ext cx="118533" cy="118533"/>
          </a:xfrm>
          <a:custGeom>
            <a:avLst/>
            <a:gdLst/>
            <a:ahLst/>
            <a:cxnLst/>
            <a:rect l="l" t="t" r="r" b="b"/>
            <a:pathLst>
              <a:path w="118533" h="118533">
                <a:moveTo>
                  <a:pt x="78204" y="47622"/>
                </a:moveTo>
                <a:lnTo>
                  <a:pt x="89456" y="37783"/>
                </a:lnTo>
                <a:cubicBezTo>
                  <a:pt x="92650" y="42251"/>
                  <a:pt x="94873" y="47483"/>
                  <a:pt x="95799" y="53108"/>
                </a:cubicBezTo>
                <a:lnTo>
                  <a:pt x="80890" y="54104"/>
                </a:lnTo>
                <a:cubicBezTo>
                  <a:pt x="80334" y="51766"/>
                  <a:pt x="79408" y="49590"/>
                  <a:pt x="78204" y="47622"/>
                </a:cubicBezTo>
                <a:close/>
                <a:moveTo>
                  <a:pt x="110639" y="52136"/>
                </a:moveTo>
                <a:cubicBezTo>
                  <a:pt x="109412" y="43154"/>
                  <a:pt x="105870" y="34889"/>
                  <a:pt x="100638" y="27990"/>
                </a:cubicBezTo>
                <a:lnTo>
                  <a:pt x="100823" y="27828"/>
                </a:lnTo>
                <a:cubicBezTo>
                  <a:pt x="103948" y="25096"/>
                  <a:pt x="104110" y="20280"/>
                  <a:pt x="101170" y="17363"/>
                </a:cubicBezTo>
                <a:cubicBezTo>
                  <a:pt x="98230" y="14446"/>
                  <a:pt x="93438" y="14585"/>
                  <a:pt x="90706" y="17711"/>
                </a:cubicBezTo>
                <a:lnTo>
                  <a:pt x="90544" y="17896"/>
                </a:lnTo>
                <a:cubicBezTo>
                  <a:pt x="83645" y="12664"/>
                  <a:pt x="75380" y="9122"/>
                  <a:pt x="66397" y="7895"/>
                </a:cubicBezTo>
                <a:lnTo>
                  <a:pt x="66420" y="7640"/>
                </a:lnTo>
                <a:cubicBezTo>
                  <a:pt x="66698" y="3496"/>
                  <a:pt x="63411" y="0"/>
                  <a:pt x="59267" y="0"/>
                </a:cubicBezTo>
                <a:cubicBezTo>
                  <a:pt x="55123" y="0"/>
                  <a:pt x="51835" y="3519"/>
                  <a:pt x="52113" y="7640"/>
                </a:cubicBezTo>
                <a:lnTo>
                  <a:pt x="52136" y="7895"/>
                </a:lnTo>
                <a:cubicBezTo>
                  <a:pt x="43154" y="9122"/>
                  <a:pt x="34889" y="12664"/>
                  <a:pt x="27990" y="17896"/>
                </a:cubicBezTo>
                <a:lnTo>
                  <a:pt x="27828" y="17711"/>
                </a:lnTo>
                <a:cubicBezTo>
                  <a:pt x="25096" y="14585"/>
                  <a:pt x="20280" y="14423"/>
                  <a:pt x="17363" y="17363"/>
                </a:cubicBezTo>
                <a:cubicBezTo>
                  <a:pt x="14446" y="20303"/>
                  <a:pt x="14585" y="25096"/>
                  <a:pt x="17711" y="27828"/>
                </a:cubicBezTo>
                <a:lnTo>
                  <a:pt x="17896" y="27990"/>
                </a:lnTo>
                <a:cubicBezTo>
                  <a:pt x="12664" y="34889"/>
                  <a:pt x="9122" y="43154"/>
                  <a:pt x="7895" y="52136"/>
                </a:cubicBezTo>
                <a:lnTo>
                  <a:pt x="7640" y="52113"/>
                </a:lnTo>
                <a:cubicBezTo>
                  <a:pt x="3496" y="51835"/>
                  <a:pt x="0" y="55123"/>
                  <a:pt x="0" y="59267"/>
                </a:cubicBezTo>
                <a:cubicBezTo>
                  <a:pt x="0" y="63411"/>
                  <a:pt x="3519" y="66698"/>
                  <a:pt x="7640" y="66420"/>
                </a:cubicBezTo>
                <a:lnTo>
                  <a:pt x="7895" y="66397"/>
                </a:lnTo>
                <a:cubicBezTo>
                  <a:pt x="9122" y="75380"/>
                  <a:pt x="12664" y="83645"/>
                  <a:pt x="17896" y="90544"/>
                </a:cubicBezTo>
                <a:lnTo>
                  <a:pt x="17711" y="90706"/>
                </a:lnTo>
                <a:cubicBezTo>
                  <a:pt x="14585" y="93438"/>
                  <a:pt x="14423" y="98253"/>
                  <a:pt x="17363" y="101170"/>
                </a:cubicBezTo>
                <a:cubicBezTo>
                  <a:pt x="20303" y="104087"/>
                  <a:pt x="25096" y="103948"/>
                  <a:pt x="27828" y="100823"/>
                </a:cubicBezTo>
                <a:lnTo>
                  <a:pt x="27990" y="100638"/>
                </a:lnTo>
                <a:cubicBezTo>
                  <a:pt x="34889" y="105870"/>
                  <a:pt x="43154" y="109412"/>
                  <a:pt x="52136" y="110639"/>
                </a:cubicBezTo>
                <a:lnTo>
                  <a:pt x="52113" y="110893"/>
                </a:lnTo>
                <a:cubicBezTo>
                  <a:pt x="51835" y="115038"/>
                  <a:pt x="55123" y="118533"/>
                  <a:pt x="59267" y="118533"/>
                </a:cubicBezTo>
                <a:cubicBezTo>
                  <a:pt x="63411" y="118533"/>
                  <a:pt x="66698" y="115014"/>
                  <a:pt x="66420" y="110893"/>
                </a:cubicBezTo>
                <a:lnTo>
                  <a:pt x="66397" y="110639"/>
                </a:lnTo>
                <a:cubicBezTo>
                  <a:pt x="75380" y="109412"/>
                  <a:pt x="83645" y="105870"/>
                  <a:pt x="90544" y="100638"/>
                </a:cubicBezTo>
                <a:lnTo>
                  <a:pt x="90706" y="100823"/>
                </a:lnTo>
                <a:cubicBezTo>
                  <a:pt x="93438" y="103948"/>
                  <a:pt x="98230" y="104110"/>
                  <a:pt x="101170" y="101170"/>
                </a:cubicBezTo>
                <a:cubicBezTo>
                  <a:pt x="104110" y="98230"/>
                  <a:pt x="103948" y="93438"/>
                  <a:pt x="100823" y="90706"/>
                </a:cubicBezTo>
                <a:lnTo>
                  <a:pt x="100638" y="90544"/>
                </a:lnTo>
                <a:cubicBezTo>
                  <a:pt x="105870" y="83645"/>
                  <a:pt x="109412" y="75380"/>
                  <a:pt x="110639" y="66397"/>
                </a:cubicBezTo>
                <a:lnTo>
                  <a:pt x="110893" y="66420"/>
                </a:lnTo>
                <a:cubicBezTo>
                  <a:pt x="115038" y="66698"/>
                  <a:pt x="118533" y="63411"/>
                  <a:pt x="118533" y="59267"/>
                </a:cubicBezTo>
                <a:cubicBezTo>
                  <a:pt x="118533" y="55123"/>
                  <a:pt x="115014" y="51835"/>
                  <a:pt x="110893" y="52113"/>
                </a:cubicBezTo>
                <a:lnTo>
                  <a:pt x="110639" y="52136"/>
                </a:lnTo>
                <a:close/>
                <a:moveTo>
                  <a:pt x="37783" y="29078"/>
                </a:moveTo>
                <a:cubicBezTo>
                  <a:pt x="42251" y="25883"/>
                  <a:pt x="47483" y="23660"/>
                  <a:pt x="53108" y="22711"/>
                </a:cubicBezTo>
                <a:lnTo>
                  <a:pt x="54104" y="37620"/>
                </a:lnTo>
                <a:cubicBezTo>
                  <a:pt x="51789" y="38176"/>
                  <a:pt x="49590" y="39102"/>
                  <a:pt x="47622" y="40306"/>
                </a:cubicBezTo>
                <a:lnTo>
                  <a:pt x="37783" y="29055"/>
                </a:lnTo>
                <a:close/>
                <a:moveTo>
                  <a:pt x="22734" y="53108"/>
                </a:moveTo>
                <a:cubicBezTo>
                  <a:pt x="23684" y="47460"/>
                  <a:pt x="25906" y="42251"/>
                  <a:pt x="29101" y="37783"/>
                </a:cubicBezTo>
                <a:lnTo>
                  <a:pt x="40352" y="47622"/>
                </a:lnTo>
                <a:cubicBezTo>
                  <a:pt x="39125" y="49590"/>
                  <a:pt x="38222" y="51789"/>
                  <a:pt x="37667" y="54104"/>
                </a:cubicBezTo>
                <a:lnTo>
                  <a:pt x="22757" y="53108"/>
                </a:lnTo>
                <a:close/>
                <a:moveTo>
                  <a:pt x="29101" y="80751"/>
                </a:moveTo>
                <a:cubicBezTo>
                  <a:pt x="25906" y="76283"/>
                  <a:pt x="23684" y="71051"/>
                  <a:pt x="22734" y="65425"/>
                </a:cubicBezTo>
                <a:lnTo>
                  <a:pt x="37644" y="64429"/>
                </a:lnTo>
                <a:cubicBezTo>
                  <a:pt x="38199" y="66768"/>
                  <a:pt x="39125" y="68944"/>
                  <a:pt x="40329" y="70912"/>
                </a:cubicBezTo>
                <a:lnTo>
                  <a:pt x="29078" y="80751"/>
                </a:lnTo>
                <a:close/>
                <a:moveTo>
                  <a:pt x="53132" y="95799"/>
                </a:moveTo>
                <a:cubicBezTo>
                  <a:pt x="47483" y="94850"/>
                  <a:pt x="42274" y="92627"/>
                  <a:pt x="37806" y="89456"/>
                </a:cubicBezTo>
                <a:lnTo>
                  <a:pt x="47645" y="78204"/>
                </a:lnTo>
                <a:cubicBezTo>
                  <a:pt x="49613" y="79431"/>
                  <a:pt x="51812" y="80334"/>
                  <a:pt x="54127" y="80890"/>
                </a:cubicBezTo>
                <a:lnTo>
                  <a:pt x="53132" y="95799"/>
                </a:lnTo>
                <a:close/>
                <a:moveTo>
                  <a:pt x="80774" y="89456"/>
                </a:moveTo>
                <a:cubicBezTo>
                  <a:pt x="76306" y="92650"/>
                  <a:pt x="71074" y="94873"/>
                  <a:pt x="65448" y="95799"/>
                </a:cubicBezTo>
                <a:lnTo>
                  <a:pt x="64453" y="80890"/>
                </a:lnTo>
                <a:cubicBezTo>
                  <a:pt x="66768" y="80334"/>
                  <a:pt x="68967" y="79408"/>
                  <a:pt x="70935" y="78204"/>
                </a:cubicBezTo>
                <a:lnTo>
                  <a:pt x="80774" y="89456"/>
                </a:lnTo>
                <a:close/>
                <a:moveTo>
                  <a:pt x="95822" y="65425"/>
                </a:moveTo>
                <a:cubicBezTo>
                  <a:pt x="94873" y="71074"/>
                  <a:pt x="92650" y="76283"/>
                  <a:pt x="89479" y="80751"/>
                </a:cubicBezTo>
                <a:lnTo>
                  <a:pt x="78227" y="70912"/>
                </a:lnTo>
                <a:cubicBezTo>
                  <a:pt x="79454" y="68921"/>
                  <a:pt x="80357" y="66744"/>
                  <a:pt x="80913" y="64429"/>
                </a:cubicBezTo>
                <a:lnTo>
                  <a:pt x="95822" y="65425"/>
                </a:lnTo>
                <a:close/>
                <a:moveTo>
                  <a:pt x="80774" y="29101"/>
                </a:moveTo>
                <a:lnTo>
                  <a:pt x="70935" y="40352"/>
                </a:lnTo>
                <a:cubicBezTo>
                  <a:pt x="68944" y="39125"/>
                  <a:pt x="66768" y="38222"/>
                  <a:pt x="64453" y="37667"/>
                </a:cubicBezTo>
                <a:lnTo>
                  <a:pt x="65448" y="22757"/>
                </a:lnTo>
                <a:cubicBezTo>
                  <a:pt x="71097" y="23707"/>
                  <a:pt x="76306" y="25929"/>
                  <a:pt x="80774" y="29124"/>
                </a:cubicBezTo>
                <a:close/>
                <a:moveTo>
                  <a:pt x="59267" y="51858"/>
                </a:moveTo>
                <a:cubicBezTo>
                  <a:pt x="63355" y="51858"/>
                  <a:pt x="66675" y="55178"/>
                  <a:pt x="66675" y="59267"/>
                </a:cubicBezTo>
                <a:cubicBezTo>
                  <a:pt x="66675" y="63355"/>
                  <a:pt x="63355" y="66675"/>
                  <a:pt x="59267" y="66675"/>
                </a:cubicBezTo>
                <a:cubicBezTo>
                  <a:pt x="55178" y="66675"/>
                  <a:pt x="51858" y="63355"/>
                  <a:pt x="51858" y="59267"/>
                </a:cubicBezTo>
                <a:cubicBezTo>
                  <a:pt x="51858" y="55178"/>
                  <a:pt x="55178" y="51858"/>
                  <a:pt x="59267" y="51858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3440" y="4165600"/>
            <a:ext cx="210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Orchestration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3440" y="4368800"/>
            <a:ext cx="2099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 pods based on traffic load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0907" y="4605867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66632" y="4682067"/>
            <a:ext cx="103717" cy="118533"/>
          </a:xfrm>
          <a:custGeom>
            <a:avLst/>
            <a:gdLst/>
            <a:ahLst/>
            <a:cxnLst/>
            <a:rect l="l" t="t" r="r" b="b"/>
            <a:pathLst>
              <a:path w="103717" h="118533">
                <a:moveTo>
                  <a:pt x="85520" y="29633"/>
                </a:moveTo>
                <a:lnTo>
                  <a:pt x="77579" y="18521"/>
                </a:lnTo>
                <a:lnTo>
                  <a:pt x="26161" y="18521"/>
                </a:lnTo>
                <a:lnTo>
                  <a:pt x="18220" y="29633"/>
                </a:lnTo>
                <a:lnTo>
                  <a:pt x="85520" y="29633"/>
                </a:lnTo>
                <a:close/>
                <a:moveTo>
                  <a:pt x="0" y="34379"/>
                </a:moveTo>
                <a:cubicBezTo>
                  <a:pt x="0" y="31300"/>
                  <a:pt x="972" y="28291"/>
                  <a:pt x="2755" y="25767"/>
                </a:cubicBezTo>
                <a:lnTo>
                  <a:pt x="14099" y="9909"/>
                </a:lnTo>
                <a:cubicBezTo>
                  <a:pt x="16877" y="6019"/>
                  <a:pt x="21368" y="3704"/>
                  <a:pt x="26138" y="3704"/>
                </a:cubicBezTo>
                <a:lnTo>
                  <a:pt x="77556" y="3704"/>
                </a:lnTo>
                <a:cubicBezTo>
                  <a:pt x="82348" y="3704"/>
                  <a:pt x="86840" y="6019"/>
                  <a:pt x="89618" y="9909"/>
                </a:cubicBezTo>
                <a:lnTo>
                  <a:pt x="100939" y="25767"/>
                </a:lnTo>
                <a:cubicBezTo>
                  <a:pt x="102744" y="28291"/>
                  <a:pt x="103694" y="31300"/>
                  <a:pt x="103694" y="34379"/>
                </a:cubicBezTo>
                <a:lnTo>
                  <a:pt x="103717" y="96308"/>
                </a:lnTo>
                <a:cubicBezTo>
                  <a:pt x="103717" y="104481"/>
                  <a:pt x="97072" y="111125"/>
                  <a:pt x="88900" y="111125"/>
                </a:cubicBezTo>
                <a:lnTo>
                  <a:pt x="14817" y="111125"/>
                </a:lnTo>
                <a:cubicBezTo>
                  <a:pt x="6644" y="111125"/>
                  <a:pt x="0" y="104481"/>
                  <a:pt x="0" y="96308"/>
                </a:cubicBezTo>
                <a:lnTo>
                  <a:pt x="0" y="3437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53440" y="4605867"/>
            <a:ext cx="2192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3440" y="4809067"/>
            <a:ext cx="2184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 architecture for modularity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0907" y="5046133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4407" y="5122333"/>
            <a:ext cx="148167" cy="118533"/>
          </a:xfrm>
          <a:custGeom>
            <a:avLst/>
            <a:gdLst/>
            <a:ahLst/>
            <a:cxnLst/>
            <a:rect l="l" t="t" r="r" b="b"/>
            <a:pathLst>
              <a:path w="148167" h="118533">
                <a:moveTo>
                  <a:pt x="0" y="59267"/>
                </a:moveTo>
                <a:cubicBezTo>
                  <a:pt x="0" y="38801"/>
                  <a:pt x="16576" y="22225"/>
                  <a:pt x="37042" y="22225"/>
                </a:cubicBezTo>
                <a:cubicBezTo>
                  <a:pt x="48710" y="22225"/>
                  <a:pt x="59683" y="27712"/>
                  <a:pt x="66675" y="37042"/>
                </a:cubicBezTo>
                <a:lnTo>
                  <a:pt x="74083" y="46927"/>
                </a:lnTo>
                <a:lnTo>
                  <a:pt x="81492" y="37042"/>
                </a:lnTo>
                <a:cubicBezTo>
                  <a:pt x="88483" y="27712"/>
                  <a:pt x="99457" y="22225"/>
                  <a:pt x="111125" y="22225"/>
                </a:cubicBezTo>
                <a:cubicBezTo>
                  <a:pt x="131591" y="22225"/>
                  <a:pt x="148167" y="38801"/>
                  <a:pt x="148167" y="59267"/>
                </a:cubicBezTo>
                <a:cubicBezTo>
                  <a:pt x="148167" y="79732"/>
                  <a:pt x="131591" y="96308"/>
                  <a:pt x="111125" y="96308"/>
                </a:cubicBezTo>
                <a:cubicBezTo>
                  <a:pt x="99457" y="96308"/>
                  <a:pt x="88483" y="90822"/>
                  <a:pt x="81492" y="81492"/>
                </a:cubicBezTo>
                <a:lnTo>
                  <a:pt x="74083" y="71606"/>
                </a:lnTo>
                <a:lnTo>
                  <a:pt x="66675" y="81492"/>
                </a:lnTo>
                <a:cubicBezTo>
                  <a:pt x="59683" y="90822"/>
                  <a:pt x="48710" y="96308"/>
                  <a:pt x="37042" y="96308"/>
                </a:cubicBezTo>
                <a:cubicBezTo>
                  <a:pt x="16576" y="96308"/>
                  <a:pt x="0" y="79732"/>
                  <a:pt x="0" y="59267"/>
                </a:cubicBezTo>
                <a:close/>
                <a:moveTo>
                  <a:pt x="64823" y="59267"/>
                </a:moveTo>
                <a:lnTo>
                  <a:pt x="54822" y="45932"/>
                </a:lnTo>
                <a:cubicBezTo>
                  <a:pt x="50631" y="40329"/>
                  <a:pt x="44033" y="37042"/>
                  <a:pt x="37042" y="37042"/>
                </a:cubicBezTo>
                <a:cubicBezTo>
                  <a:pt x="24772" y="37042"/>
                  <a:pt x="14817" y="46997"/>
                  <a:pt x="14817" y="59267"/>
                </a:cubicBezTo>
                <a:cubicBezTo>
                  <a:pt x="14817" y="71537"/>
                  <a:pt x="24772" y="81492"/>
                  <a:pt x="37042" y="81492"/>
                </a:cubicBezTo>
                <a:cubicBezTo>
                  <a:pt x="44033" y="81492"/>
                  <a:pt x="50631" y="78204"/>
                  <a:pt x="54822" y="72602"/>
                </a:cubicBezTo>
                <a:lnTo>
                  <a:pt x="64823" y="59267"/>
                </a:lnTo>
                <a:close/>
                <a:moveTo>
                  <a:pt x="83344" y="59267"/>
                </a:moveTo>
                <a:lnTo>
                  <a:pt x="93345" y="72602"/>
                </a:lnTo>
                <a:cubicBezTo>
                  <a:pt x="97535" y="78204"/>
                  <a:pt x="104133" y="81492"/>
                  <a:pt x="111125" y="81492"/>
                </a:cubicBezTo>
                <a:cubicBezTo>
                  <a:pt x="123395" y="81492"/>
                  <a:pt x="133350" y="71537"/>
                  <a:pt x="133350" y="59267"/>
                </a:cubicBezTo>
                <a:cubicBezTo>
                  <a:pt x="133350" y="46997"/>
                  <a:pt x="123395" y="37042"/>
                  <a:pt x="111125" y="37042"/>
                </a:cubicBezTo>
                <a:cubicBezTo>
                  <a:pt x="104133" y="37042"/>
                  <a:pt x="97535" y="40329"/>
                  <a:pt x="93345" y="45932"/>
                </a:cubicBezTo>
                <a:lnTo>
                  <a:pt x="83344" y="5926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3440" y="5046133"/>
            <a:ext cx="2700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3440" y="5249333"/>
            <a:ext cx="2692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Actions → Docker Hub → K8s deployment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50187" y="3247815"/>
            <a:ext cx="5696373" cy="2580640"/>
          </a:xfrm>
          <a:custGeom>
            <a:avLst/>
            <a:gdLst/>
            <a:ahLst/>
            <a:cxnLst/>
            <a:rect l="l" t="t" r="r" b="b"/>
            <a:pathLst>
              <a:path w="5696373" h="2580640">
                <a:moveTo>
                  <a:pt x="101600" y="0"/>
                </a:moveTo>
                <a:lnTo>
                  <a:pt x="5594774" y="0"/>
                </a:lnTo>
                <a:cubicBezTo>
                  <a:pt x="5650886" y="0"/>
                  <a:pt x="5696373" y="45488"/>
                  <a:pt x="5696373" y="101600"/>
                </a:cubicBezTo>
                <a:lnTo>
                  <a:pt x="5696373" y="2479040"/>
                </a:lnTo>
                <a:cubicBezTo>
                  <a:pt x="5696373" y="2535115"/>
                  <a:pt x="5650848" y="2580640"/>
                  <a:pt x="5594774" y="2580640"/>
                </a:cubicBezTo>
                <a:lnTo>
                  <a:pt x="101600" y="2580640"/>
                </a:lnTo>
                <a:cubicBezTo>
                  <a:pt x="45488" y="2580640"/>
                  <a:pt x="0" y="2535152"/>
                  <a:pt x="0" y="247904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89040" y="3386667"/>
            <a:ext cx="549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External API Integrations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2427" y="3728720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372014" y="3833709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120015" y="-3916"/>
                </a:moveTo>
                <a:cubicBezTo>
                  <a:pt x="121311" y="-3387"/>
                  <a:pt x="122264" y="-2222"/>
                  <a:pt x="122529" y="-847"/>
                </a:cubicBezTo>
                <a:lnTo>
                  <a:pt x="127000" y="21167"/>
                </a:lnTo>
                <a:lnTo>
                  <a:pt x="149013" y="25612"/>
                </a:lnTo>
                <a:cubicBezTo>
                  <a:pt x="150389" y="25903"/>
                  <a:pt x="151527" y="26829"/>
                  <a:pt x="152083" y="28125"/>
                </a:cubicBezTo>
                <a:cubicBezTo>
                  <a:pt x="152638" y="29422"/>
                  <a:pt x="152479" y="30903"/>
                  <a:pt x="151712" y="32068"/>
                </a:cubicBezTo>
                <a:lnTo>
                  <a:pt x="139303" y="50774"/>
                </a:lnTo>
                <a:lnTo>
                  <a:pt x="151712" y="69480"/>
                </a:lnTo>
                <a:cubicBezTo>
                  <a:pt x="152479" y="70644"/>
                  <a:pt x="152638" y="72125"/>
                  <a:pt x="152083" y="73422"/>
                </a:cubicBezTo>
                <a:cubicBezTo>
                  <a:pt x="151527" y="74718"/>
                  <a:pt x="150389" y="75671"/>
                  <a:pt x="149013" y="75935"/>
                </a:cubicBezTo>
                <a:lnTo>
                  <a:pt x="132556" y="79296"/>
                </a:lnTo>
                <a:cubicBezTo>
                  <a:pt x="129408" y="76994"/>
                  <a:pt x="125915" y="75168"/>
                  <a:pt x="122132" y="73898"/>
                </a:cubicBezTo>
                <a:cubicBezTo>
                  <a:pt x="121470" y="70538"/>
                  <a:pt x="120332" y="67363"/>
                  <a:pt x="118771" y="64453"/>
                </a:cubicBezTo>
                <a:cubicBezTo>
                  <a:pt x="121285" y="60510"/>
                  <a:pt x="122767" y="55827"/>
                  <a:pt x="122767" y="50774"/>
                </a:cubicBezTo>
                <a:cubicBezTo>
                  <a:pt x="122767" y="36751"/>
                  <a:pt x="111390" y="25374"/>
                  <a:pt x="97367" y="25374"/>
                </a:cubicBezTo>
                <a:cubicBezTo>
                  <a:pt x="84693" y="25374"/>
                  <a:pt x="74189" y="34660"/>
                  <a:pt x="72284" y="46778"/>
                </a:cubicBezTo>
                <a:cubicBezTo>
                  <a:pt x="65273" y="41407"/>
                  <a:pt x="56541" y="38179"/>
                  <a:pt x="47043" y="38074"/>
                </a:cubicBezTo>
                <a:lnTo>
                  <a:pt x="43048" y="32068"/>
                </a:lnTo>
                <a:cubicBezTo>
                  <a:pt x="42280" y="30903"/>
                  <a:pt x="42122" y="29422"/>
                  <a:pt x="42677" y="28125"/>
                </a:cubicBezTo>
                <a:cubicBezTo>
                  <a:pt x="43233" y="26829"/>
                  <a:pt x="44371" y="25876"/>
                  <a:pt x="45746" y="25612"/>
                </a:cubicBezTo>
                <a:lnTo>
                  <a:pt x="67733" y="21167"/>
                </a:lnTo>
                <a:lnTo>
                  <a:pt x="72178" y="-847"/>
                </a:lnTo>
                <a:cubicBezTo>
                  <a:pt x="72469" y="-2222"/>
                  <a:pt x="73395" y="-3360"/>
                  <a:pt x="74692" y="-3916"/>
                </a:cubicBezTo>
                <a:cubicBezTo>
                  <a:pt x="75988" y="-4471"/>
                  <a:pt x="77470" y="-4313"/>
                  <a:pt x="78634" y="-3545"/>
                </a:cubicBezTo>
                <a:lnTo>
                  <a:pt x="97367" y="8890"/>
                </a:lnTo>
                <a:lnTo>
                  <a:pt x="116073" y="-3519"/>
                </a:lnTo>
                <a:cubicBezTo>
                  <a:pt x="117237" y="-4286"/>
                  <a:pt x="118719" y="-4445"/>
                  <a:pt x="120015" y="-3889"/>
                </a:cubicBezTo>
                <a:close/>
                <a:moveTo>
                  <a:pt x="110067" y="50800"/>
                </a:moveTo>
                <a:cubicBezTo>
                  <a:pt x="110067" y="51805"/>
                  <a:pt x="109961" y="52784"/>
                  <a:pt x="109723" y="53737"/>
                </a:cubicBezTo>
                <a:cubicBezTo>
                  <a:pt x="103981" y="49239"/>
                  <a:pt x="96758" y="46567"/>
                  <a:pt x="88900" y="46567"/>
                </a:cubicBezTo>
                <a:cubicBezTo>
                  <a:pt x="87683" y="46567"/>
                  <a:pt x="86492" y="46620"/>
                  <a:pt x="85328" y="46752"/>
                </a:cubicBezTo>
                <a:cubicBezTo>
                  <a:pt x="87021" y="41725"/>
                  <a:pt x="91784" y="38100"/>
                  <a:pt x="97367" y="38100"/>
                </a:cubicBezTo>
                <a:cubicBezTo>
                  <a:pt x="104378" y="38100"/>
                  <a:pt x="110067" y="43789"/>
                  <a:pt x="110067" y="50800"/>
                </a:cubicBezTo>
                <a:close/>
                <a:moveTo>
                  <a:pt x="25400" y="135467"/>
                </a:moveTo>
                <a:cubicBezTo>
                  <a:pt x="11377" y="135467"/>
                  <a:pt x="0" y="124090"/>
                  <a:pt x="0" y="110067"/>
                </a:cubicBezTo>
                <a:cubicBezTo>
                  <a:pt x="0" y="98822"/>
                  <a:pt x="7302" y="89270"/>
                  <a:pt x="17436" y="85937"/>
                </a:cubicBezTo>
                <a:cubicBezTo>
                  <a:pt x="17092" y="84164"/>
                  <a:pt x="16933" y="82312"/>
                  <a:pt x="16933" y="80433"/>
                </a:cubicBezTo>
                <a:cubicBezTo>
                  <a:pt x="16933" y="64056"/>
                  <a:pt x="30189" y="50800"/>
                  <a:pt x="46567" y="50800"/>
                </a:cubicBezTo>
                <a:cubicBezTo>
                  <a:pt x="57970" y="50800"/>
                  <a:pt x="67866" y="57229"/>
                  <a:pt x="72813" y="66675"/>
                </a:cubicBezTo>
                <a:cubicBezTo>
                  <a:pt x="76703" y="62151"/>
                  <a:pt x="82471" y="59267"/>
                  <a:pt x="88900" y="59267"/>
                </a:cubicBezTo>
                <a:cubicBezTo>
                  <a:pt x="100595" y="59267"/>
                  <a:pt x="110067" y="68739"/>
                  <a:pt x="110067" y="80433"/>
                </a:cubicBezTo>
                <a:cubicBezTo>
                  <a:pt x="110067" y="81889"/>
                  <a:pt x="109908" y="83291"/>
                  <a:pt x="109643" y="84667"/>
                </a:cubicBezTo>
                <a:cubicBezTo>
                  <a:pt x="109776" y="84667"/>
                  <a:pt x="109934" y="84667"/>
                  <a:pt x="110067" y="84667"/>
                </a:cubicBezTo>
                <a:cubicBezTo>
                  <a:pt x="124090" y="84667"/>
                  <a:pt x="135467" y="96044"/>
                  <a:pt x="135467" y="110067"/>
                </a:cubicBezTo>
                <a:cubicBezTo>
                  <a:pt x="135467" y="124090"/>
                  <a:pt x="124090" y="135467"/>
                  <a:pt x="110067" y="135467"/>
                </a:cubicBezTo>
                <a:lnTo>
                  <a:pt x="25400" y="13546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600614" y="3799842"/>
            <a:ext cx="1176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OpenWeatherMap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24963" y="3816776"/>
            <a:ext cx="7704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data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2427" y="4131734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80480" y="4236719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52652" y="1852"/>
                </a:moveTo>
                <a:cubicBezTo>
                  <a:pt x="55139" y="-635"/>
                  <a:pt x="59161" y="-635"/>
                  <a:pt x="61621" y="1852"/>
                </a:cubicBezTo>
                <a:lnTo>
                  <a:pt x="85275" y="25506"/>
                </a:lnTo>
                <a:lnTo>
                  <a:pt x="99827" y="10954"/>
                </a:lnTo>
                <a:cubicBezTo>
                  <a:pt x="103135" y="7646"/>
                  <a:pt x="108506" y="7646"/>
                  <a:pt x="111813" y="10954"/>
                </a:cubicBezTo>
                <a:lnTo>
                  <a:pt x="124513" y="23654"/>
                </a:lnTo>
                <a:cubicBezTo>
                  <a:pt x="127820" y="26961"/>
                  <a:pt x="127820" y="32332"/>
                  <a:pt x="124513" y="35639"/>
                </a:cubicBezTo>
                <a:lnTo>
                  <a:pt x="109961" y="50191"/>
                </a:lnTo>
                <a:lnTo>
                  <a:pt x="133615" y="73845"/>
                </a:lnTo>
                <a:cubicBezTo>
                  <a:pt x="136102" y="76332"/>
                  <a:pt x="136102" y="80354"/>
                  <a:pt x="133615" y="82815"/>
                </a:cubicBezTo>
                <a:lnTo>
                  <a:pt x="108215" y="108215"/>
                </a:lnTo>
                <a:cubicBezTo>
                  <a:pt x="105728" y="110702"/>
                  <a:pt x="101706" y="110702"/>
                  <a:pt x="99245" y="108215"/>
                </a:cubicBezTo>
                <a:lnTo>
                  <a:pt x="75591" y="84561"/>
                </a:lnTo>
                <a:lnTo>
                  <a:pt x="71490" y="88662"/>
                </a:lnTo>
                <a:cubicBezTo>
                  <a:pt x="74507" y="95171"/>
                  <a:pt x="76200" y="102420"/>
                  <a:pt x="76200" y="110067"/>
                </a:cubicBezTo>
                <a:cubicBezTo>
                  <a:pt x="76200" y="118454"/>
                  <a:pt x="74163" y="126339"/>
                  <a:pt x="70591" y="133297"/>
                </a:cubicBezTo>
                <a:cubicBezTo>
                  <a:pt x="69347" y="135678"/>
                  <a:pt x="66172" y="136022"/>
                  <a:pt x="64294" y="134117"/>
                </a:cubicBezTo>
                <a:lnTo>
                  <a:pt x="38814" y="108638"/>
                </a:lnTo>
                <a:lnTo>
                  <a:pt x="22939" y="124513"/>
                </a:lnTo>
                <a:cubicBezTo>
                  <a:pt x="19632" y="127820"/>
                  <a:pt x="14261" y="127820"/>
                  <a:pt x="10954" y="124513"/>
                </a:cubicBezTo>
                <a:cubicBezTo>
                  <a:pt x="7646" y="121206"/>
                  <a:pt x="7646" y="115835"/>
                  <a:pt x="10954" y="112527"/>
                </a:cubicBezTo>
                <a:lnTo>
                  <a:pt x="26829" y="96652"/>
                </a:lnTo>
                <a:lnTo>
                  <a:pt x="1349" y="71173"/>
                </a:lnTo>
                <a:cubicBezTo>
                  <a:pt x="-556" y="69268"/>
                  <a:pt x="-212" y="66093"/>
                  <a:pt x="2170" y="64876"/>
                </a:cubicBezTo>
                <a:cubicBezTo>
                  <a:pt x="9128" y="61278"/>
                  <a:pt x="17039" y="59267"/>
                  <a:pt x="25400" y="59267"/>
                </a:cubicBezTo>
                <a:cubicBezTo>
                  <a:pt x="33046" y="59267"/>
                  <a:pt x="40296" y="60960"/>
                  <a:pt x="46805" y="63976"/>
                </a:cubicBezTo>
                <a:lnTo>
                  <a:pt x="50906" y="59875"/>
                </a:lnTo>
                <a:lnTo>
                  <a:pt x="27252" y="36248"/>
                </a:lnTo>
                <a:cubicBezTo>
                  <a:pt x="24765" y="33761"/>
                  <a:pt x="24765" y="29739"/>
                  <a:pt x="27252" y="27279"/>
                </a:cubicBezTo>
                <a:lnTo>
                  <a:pt x="52652" y="1852"/>
                </a:lnTo>
                <a:close/>
                <a:moveTo>
                  <a:pt x="57150" y="15319"/>
                </a:moveTo>
                <a:lnTo>
                  <a:pt x="40719" y="31750"/>
                </a:lnTo>
                <a:lnTo>
                  <a:pt x="59875" y="50906"/>
                </a:lnTo>
                <a:lnTo>
                  <a:pt x="76306" y="34475"/>
                </a:lnTo>
                <a:lnTo>
                  <a:pt x="57150" y="15319"/>
                </a:lnTo>
                <a:close/>
                <a:moveTo>
                  <a:pt x="103717" y="94747"/>
                </a:moveTo>
                <a:lnTo>
                  <a:pt x="120147" y="78317"/>
                </a:lnTo>
                <a:lnTo>
                  <a:pt x="100991" y="59161"/>
                </a:lnTo>
                <a:lnTo>
                  <a:pt x="84561" y="75591"/>
                </a:lnTo>
                <a:lnTo>
                  <a:pt x="103717" y="9474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600614" y="4202853"/>
            <a:ext cx="677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760287" y="4219786"/>
            <a:ext cx="939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imagery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92427" y="4534748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372014" y="4639733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101600" y="38100"/>
                </a:moveTo>
                <a:cubicBezTo>
                  <a:pt x="101600" y="63817"/>
                  <a:pt x="78846" y="84667"/>
                  <a:pt x="50800" y="84667"/>
                </a:cubicBezTo>
                <a:cubicBezTo>
                  <a:pt x="43736" y="84667"/>
                  <a:pt x="37015" y="83344"/>
                  <a:pt x="30903" y="80962"/>
                </a:cubicBezTo>
                <a:lnTo>
                  <a:pt x="9313" y="92392"/>
                </a:lnTo>
                <a:cubicBezTo>
                  <a:pt x="6853" y="93689"/>
                  <a:pt x="3836" y="93239"/>
                  <a:pt x="1852" y="91281"/>
                </a:cubicBezTo>
                <a:cubicBezTo>
                  <a:pt x="-132" y="89323"/>
                  <a:pt x="-582" y="86281"/>
                  <a:pt x="741" y="83820"/>
                </a:cubicBezTo>
                <a:lnTo>
                  <a:pt x="10160" y="66040"/>
                </a:lnTo>
                <a:cubicBezTo>
                  <a:pt x="3784" y="58261"/>
                  <a:pt x="0" y="48577"/>
                  <a:pt x="0" y="38100"/>
                </a:cubicBezTo>
                <a:cubicBezTo>
                  <a:pt x="0" y="12382"/>
                  <a:pt x="22754" y="-8467"/>
                  <a:pt x="50800" y="-8467"/>
                </a:cubicBezTo>
                <a:cubicBezTo>
                  <a:pt x="78846" y="-8467"/>
                  <a:pt x="101600" y="12382"/>
                  <a:pt x="101600" y="38100"/>
                </a:cubicBezTo>
                <a:close/>
                <a:moveTo>
                  <a:pt x="101600" y="135467"/>
                </a:moveTo>
                <a:cubicBezTo>
                  <a:pt x="76703" y="135467"/>
                  <a:pt x="55986" y="119036"/>
                  <a:pt x="51647" y="97367"/>
                </a:cubicBezTo>
                <a:cubicBezTo>
                  <a:pt x="83397" y="96970"/>
                  <a:pt x="110993" y="74374"/>
                  <a:pt x="114035" y="43736"/>
                </a:cubicBezTo>
                <a:cubicBezTo>
                  <a:pt x="136075" y="48816"/>
                  <a:pt x="152400" y="67098"/>
                  <a:pt x="152400" y="88900"/>
                </a:cubicBezTo>
                <a:cubicBezTo>
                  <a:pt x="152400" y="99378"/>
                  <a:pt x="148616" y="109061"/>
                  <a:pt x="142240" y="116840"/>
                </a:cubicBezTo>
                <a:lnTo>
                  <a:pt x="151659" y="134620"/>
                </a:lnTo>
                <a:cubicBezTo>
                  <a:pt x="152956" y="137081"/>
                  <a:pt x="152506" y="140097"/>
                  <a:pt x="150548" y="142081"/>
                </a:cubicBezTo>
                <a:cubicBezTo>
                  <a:pt x="148590" y="144066"/>
                  <a:pt x="145547" y="144515"/>
                  <a:pt x="143087" y="143193"/>
                </a:cubicBezTo>
                <a:lnTo>
                  <a:pt x="121497" y="131763"/>
                </a:lnTo>
                <a:cubicBezTo>
                  <a:pt x="115385" y="134144"/>
                  <a:pt x="108664" y="135467"/>
                  <a:pt x="101600" y="13546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600614" y="4605867"/>
            <a:ext cx="107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Twilio/WhatsApp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63288" y="4622800"/>
            <a:ext cx="63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2427" y="4937762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380480" y="504274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31750" y="14817"/>
                </a:moveTo>
                <a:cubicBezTo>
                  <a:pt x="31750" y="6641"/>
                  <a:pt x="38391" y="0"/>
                  <a:pt x="46567" y="0"/>
                </a:cubicBezTo>
                <a:lnTo>
                  <a:pt x="52917" y="0"/>
                </a:lnTo>
                <a:cubicBezTo>
                  <a:pt x="57600" y="0"/>
                  <a:pt x="61383" y="3784"/>
                  <a:pt x="61383" y="8467"/>
                </a:cubicBezTo>
                <a:lnTo>
                  <a:pt x="61383" y="127000"/>
                </a:lnTo>
                <a:cubicBezTo>
                  <a:pt x="61383" y="131683"/>
                  <a:pt x="57600" y="135467"/>
                  <a:pt x="52917" y="135467"/>
                </a:cubicBezTo>
                <a:lnTo>
                  <a:pt x="44450" y="135467"/>
                </a:lnTo>
                <a:cubicBezTo>
                  <a:pt x="36565" y="135467"/>
                  <a:pt x="29924" y="130069"/>
                  <a:pt x="28046" y="122767"/>
                </a:cubicBezTo>
                <a:cubicBezTo>
                  <a:pt x="27861" y="122767"/>
                  <a:pt x="27702" y="122767"/>
                  <a:pt x="27517" y="122767"/>
                </a:cubicBezTo>
                <a:cubicBezTo>
                  <a:pt x="15822" y="122767"/>
                  <a:pt x="6350" y="113295"/>
                  <a:pt x="6350" y="101600"/>
                </a:cubicBezTo>
                <a:cubicBezTo>
                  <a:pt x="6350" y="96837"/>
                  <a:pt x="7938" y="92445"/>
                  <a:pt x="10583" y="88900"/>
                </a:cubicBezTo>
                <a:cubicBezTo>
                  <a:pt x="5450" y="85037"/>
                  <a:pt x="2117" y="78899"/>
                  <a:pt x="2117" y="71967"/>
                </a:cubicBezTo>
                <a:cubicBezTo>
                  <a:pt x="2117" y="63791"/>
                  <a:pt x="6773" y="56674"/>
                  <a:pt x="13547" y="53155"/>
                </a:cubicBezTo>
                <a:cubicBezTo>
                  <a:pt x="11668" y="49980"/>
                  <a:pt x="10583" y="46276"/>
                  <a:pt x="10583" y="42333"/>
                </a:cubicBezTo>
                <a:cubicBezTo>
                  <a:pt x="10583" y="30639"/>
                  <a:pt x="20055" y="21167"/>
                  <a:pt x="31750" y="21167"/>
                </a:cubicBezTo>
                <a:lnTo>
                  <a:pt x="31750" y="14817"/>
                </a:lnTo>
                <a:close/>
                <a:moveTo>
                  <a:pt x="103717" y="14817"/>
                </a:moveTo>
                <a:lnTo>
                  <a:pt x="103717" y="21167"/>
                </a:lnTo>
                <a:cubicBezTo>
                  <a:pt x="115411" y="21167"/>
                  <a:pt x="124883" y="30639"/>
                  <a:pt x="124883" y="42333"/>
                </a:cubicBezTo>
                <a:cubicBezTo>
                  <a:pt x="124883" y="46302"/>
                  <a:pt x="123799" y="50006"/>
                  <a:pt x="121920" y="53155"/>
                </a:cubicBezTo>
                <a:cubicBezTo>
                  <a:pt x="128720" y="56674"/>
                  <a:pt x="133350" y="63765"/>
                  <a:pt x="133350" y="71967"/>
                </a:cubicBezTo>
                <a:cubicBezTo>
                  <a:pt x="133350" y="78899"/>
                  <a:pt x="130016" y="85037"/>
                  <a:pt x="124883" y="88900"/>
                </a:cubicBezTo>
                <a:cubicBezTo>
                  <a:pt x="127529" y="92445"/>
                  <a:pt x="129117" y="96837"/>
                  <a:pt x="129117" y="101600"/>
                </a:cubicBezTo>
                <a:cubicBezTo>
                  <a:pt x="129117" y="113295"/>
                  <a:pt x="119645" y="122767"/>
                  <a:pt x="107950" y="122767"/>
                </a:cubicBezTo>
                <a:cubicBezTo>
                  <a:pt x="107765" y="122767"/>
                  <a:pt x="107606" y="122767"/>
                  <a:pt x="107421" y="122767"/>
                </a:cubicBezTo>
                <a:cubicBezTo>
                  <a:pt x="105542" y="130069"/>
                  <a:pt x="98901" y="135467"/>
                  <a:pt x="91017" y="135467"/>
                </a:cubicBezTo>
                <a:lnTo>
                  <a:pt x="82550" y="135467"/>
                </a:lnTo>
                <a:cubicBezTo>
                  <a:pt x="77867" y="135467"/>
                  <a:pt x="74083" y="131683"/>
                  <a:pt x="74083" y="127000"/>
                </a:cubicBezTo>
                <a:lnTo>
                  <a:pt x="74083" y="8467"/>
                </a:lnTo>
                <a:cubicBezTo>
                  <a:pt x="74083" y="3784"/>
                  <a:pt x="77867" y="0"/>
                  <a:pt x="82550" y="0"/>
                </a:cubicBezTo>
                <a:lnTo>
                  <a:pt x="88900" y="0"/>
                </a:lnTo>
                <a:cubicBezTo>
                  <a:pt x="97076" y="0"/>
                  <a:pt x="103717" y="6641"/>
                  <a:pt x="103717" y="1481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600614" y="5008881"/>
            <a:ext cx="372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885382" y="5025814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inference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92427" y="5340773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372014" y="5445762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59267" y="65617"/>
                </a:moveTo>
                <a:cubicBezTo>
                  <a:pt x="76790" y="65617"/>
                  <a:pt x="91017" y="51390"/>
                  <a:pt x="91017" y="33867"/>
                </a:cubicBezTo>
                <a:cubicBezTo>
                  <a:pt x="91017" y="16343"/>
                  <a:pt x="76790" y="2117"/>
                  <a:pt x="59267" y="2117"/>
                </a:cubicBezTo>
                <a:cubicBezTo>
                  <a:pt x="41743" y="2117"/>
                  <a:pt x="27517" y="16343"/>
                  <a:pt x="27517" y="33867"/>
                </a:cubicBezTo>
                <a:cubicBezTo>
                  <a:pt x="27517" y="51390"/>
                  <a:pt x="41743" y="65617"/>
                  <a:pt x="59267" y="65617"/>
                </a:cubicBezTo>
                <a:close/>
                <a:moveTo>
                  <a:pt x="51409" y="80433"/>
                </a:moveTo>
                <a:cubicBezTo>
                  <a:pt x="25347" y="80433"/>
                  <a:pt x="4233" y="101547"/>
                  <a:pt x="4233" y="127609"/>
                </a:cubicBezTo>
                <a:cubicBezTo>
                  <a:pt x="4233" y="131948"/>
                  <a:pt x="7752" y="135467"/>
                  <a:pt x="12091" y="135467"/>
                </a:cubicBezTo>
                <a:lnTo>
                  <a:pt x="78634" y="135467"/>
                </a:lnTo>
                <a:cubicBezTo>
                  <a:pt x="69056" y="124195"/>
                  <a:pt x="63500" y="109670"/>
                  <a:pt x="63500" y="94297"/>
                </a:cubicBezTo>
                <a:lnTo>
                  <a:pt x="63500" y="86069"/>
                </a:lnTo>
                <a:cubicBezTo>
                  <a:pt x="63500" y="84137"/>
                  <a:pt x="63765" y="82232"/>
                  <a:pt x="64267" y="80433"/>
                </a:cubicBezTo>
                <a:lnTo>
                  <a:pt x="51409" y="80433"/>
                </a:lnTo>
                <a:close/>
                <a:moveTo>
                  <a:pt x="117819" y="129249"/>
                </a:moveTo>
                <a:lnTo>
                  <a:pt x="114300" y="130916"/>
                </a:lnTo>
                <a:lnTo>
                  <a:pt x="114300" y="81148"/>
                </a:lnTo>
                <a:lnTo>
                  <a:pt x="139700" y="89614"/>
                </a:lnTo>
                <a:lnTo>
                  <a:pt x="139700" y="94800"/>
                </a:lnTo>
                <a:cubicBezTo>
                  <a:pt x="139700" y="109564"/>
                  <a:pt x="131180" y="122978"/>
                  <a:pt x="117819" y="129275"/>
                </a:cubicBezTo>
                <a:close/>
                <a:moveTo>
                  <a:pt x="111628" y="68659"/>
                </a:moveTo>
                <a:lnTo>
                  <a:pt x="81994" y="78528"/>
                </a:lnTo>
                <a:cubicBezTo>
                  <a:pt x="78528" y="79693"/>
                  <a:pt x="76200" y="82920"/>
                  <a:pt x="76200" y="86572"/>
                </a:cubicBezTo>
                <a:lnTo>
                  <a:pt x="76200" y="94800"/>
                </a:lnTo>
                <a:cubicBezTo>
                  <a:pt x="76200" y="114485"/>
                  <a:pt x="87577" y="132398"/>
                  <a:pt x="105357" y="140758"/>
                </a:cubicBezTo>
                <a:lnTo>
                  <a:pt x="110252" y="143060"/>
                </a:lnTo>
                <a:cubicBezTo>
                  <a:pt x="111522" y="143642"/>
                  <a:pt x="112898" y="143960"/>
                  <a:pt x="114274" y="143960"/>
                </a:cubicBezTo>
                <a:cubicBezTo>
                  <a:pt x="115649" y="143960"/>
                  <a:pt x="117052" y="143642"/>
                  <a:pt x="118295" y="143060"/>
                </a:cubicBezTo>
                <a:lnTo>
                  <a:pt x="123190" y="140758"/>
                </a:lnTo>
                <a:cubicBezTo>
                  <a:pt x="141023" y="132371"/>
                  <a:pt x="152400" y="114459"/>
                  <a:pt x="152400" y="94774"/>
                </a:cubicBezTo>
                <a:lnTo>
                  <a:pt x="152400" y="86545"/>
                </a:lnTo>
                <a:cubicBezTo>
                  <a:pt x="152400" y="82894"/>
                  <a:pt x="150072" y="79666"/>
                  <a:pt x="146606" y="78502"/>
                </a:cubicBezTo>
                <a:lnTo>
                  <a:pt x="116972" y="68633"/>
                </a:lnTo>
                <a:cubicBezTo>
                  <a:pt x="115226" y="68051"/>
                  <a:pt x="113348" y="68051"/>
                  <a:pt x="111628" y="68633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600614" y="5411895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885276" y="5428828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2053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62373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83540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246120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66440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287607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50187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170507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10K+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191673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Req/Second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54253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074574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95740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46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12573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conversational AI supporting Hindi, English, Gujarati, Marathi, and more. Natural language queries for instant agricultural advice.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070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3908" y="2807968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Llama 3.3 70B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5531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0174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46997" y="15506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1722" y="36128"/>
                </a:moveTo>
                <a:cubicBezTo>
                  <a:pt x="126132" y="20501"/>
                  <a:pt x="105370" y="11906"/>
                  <a:pt x="83307" y="11906"/>
                </a:cubicBezTo>
                <a:cubicBezTo>
                  <a:pt x="37765" y="11906"/>
                  <a:pt x="707" y="48964"/>
                  <a:pt x="707" y="94506"/>
                </a:cubicBezTo>
                <a:cubicBezTo>
                  <a:pt x="707" y="109054"/>
                  <a:pt x="4502" y="123267"/>
                  <a:pt x="11720" y="135806"/>
                </a:cubicBezTo>
                <a:lnTo>
                  <a:pt x="0" y="178594"/>
                </a:lnTo>
                <a:lnTo>
                  <a:pt x="43793" y="167097"/>
                </a:lnTo>
                <a:cubicBezTo>
                  <a:pt x="55848" y="173682"/>
                  <a:pt x="69428" y="177143"/>
                  <a:pt x="83269" y="177143"/>
                </a:cubicBezTo>
                <a:lnTo>
                  <a:pt x="83307" y="177143"/>
                </a:lnTo>
                <a:cubicBezTo>
                  <a:pt x="128811" y="177143"/>
                  <a:pt x="166688" y="140084"/>
                  <a:pt x="166688" y="94543"/>
                </a:cubicBezTo>
                <a:cubicBezTo>
                  <a:pt x="166688" y="72479"/>
                  <a:pt x="157311" y="51755"/>
                  <a:pt x="141722" y="36128"/>
                </a:cubicBezTo>
                <a:close/>
                <a:moveTo>
                  <a:pt x="83307" y="163227"/>
                </a:moveTo>
                <a:cubicBezTo>
                  <a:pt x="70954" y="163227"/>
                  <a:pt x="58862" y="159916"/>
                  <a:pt x="48332" y="153665"/>
                </a:cubicBezTo>
                <a:lnTo>
                  <a:pt x="45839" y="152177"/>
                </a:lnTo>
                <a:lnTo>
                  <a:pt x="19869" y="158986"/>
                </a:lnTo>
                <a:lnTo>
                  <a:pt x="26789" y="133648"/>
                </a:lnTo>
                <a:lnTo>
                  <a:pt x="25152" y="131043"/>
                </a:lnTo>
                <a:cubicBezTo>
                  <a:pt x="18269" y="120104"/>
                  <a:pt x="14660" y="107491"/>
                  <a:pt x="14660" y="94506"/>
                </a:cubicBezTo>
                <a:cubicBezTo>
                  <a:pt x="14660" y="56666"/>
                  <a:pt x="45467" y="25859"/>
                  <a:pt x="83344" y="25859"/>
                </a:cubicBezTo>
                <a:cubicBezTo>
                  <a:pt x="101687" y="25859"/>
                  <a:pt x="118914" y="33003"/>
                  <a:pt x="131862" y="45988"/>
                </a:cubicBezTo>
                <a:cubicBezTo>
                  <a:pt x="144810" y="58973"/>
                  <a:pt x="152772" y="76200"/>
                  <a:pt x="152735" y="94543"/>
                </a:cubicBezTo>
                <a:cubicBezTo>
                  <a:pt x="152735" y="132420"/>
                  <a:pt x="121146" y="163227"/>
                  <a:pt x="83307" y="163227"/>
                </a:cubicBezTo>
                <a:close/>
                <a:moveTo>
                  <a:pt x="120960" y="111807"/>
                </a:moveTo>
                <a:cubicBezTo>
                  <a:pt x="118914" y="110765"/>
                  <a:pt x="108756" y="105780"/>
                  <a:pt x="106859" y="105110"/>
                </a:cubicBezTo>
                <a:cubicBezTo>
                  <a:pt x="104961" y="104403"/>
                  <a:pt x="103584" y="104068"/>
                  <a:pt x="102208" y="106152"/>
                </a:cubicBezTo>
                <a:cubicBezTo>
                  <a:pt x="100831" y="108235"/>
                  <a:pt x="96887" y="112849"/>
                  <a:pt x="95659" y="114263"/>
                </a:cubicBezTo>
                <a:cubicBezTo>
                  <a:pt x="94469" y="115639"/>
                  <a:pt x="93241" y="115825"/>
                  <a:pt x="91194" y="114784"/>
                </a:cubicBezTo>
                <a:cubicBezTo>
                  <a:pt x="79065" y="108719"/>
                  <a:pt x="71103" y="103956"/>
                  <a:pt x="63103" y="90227"/>
                </a:cubicBezTo>
                <a:cubicBezTo>
                  <a:pt x="60982" y="86581"/>
                  <a:pt x="65224" y="86841"/>
                  <a:pt x="69168" y="78953"/>
                </a:cubicBezTo>
                <a:cubicBezTo>
                  <a:pt x="69838" y="77577"/>
                  <a:pt x="69503" y="76386"/>
                  <a:pt x="68982" y="75344"/>
                </a:cubicBezTo>
                <a:cubicBezTo>
                  <a:pt x="68461" y="74302"/>
                  <a:pt x="64331" y="64145"/>
                  <a:pt x="62619" y="60015"/>
                </a:cubicBezTo>
                <a:cubicBezTo>
                  <a:pt x="60945" y="55997"/>
                  <a:pt x="59234" y="56555"/>
                  <a:pt x="57969" y="56480"/>
                </a:cubicBezTo>
                <a:cubicBezTo>
                  <a:pt x="56778" y="56406"/>
                  <a:pt x="55401" y="56406"/>
                  <a:pt x="54025" y="56406"/>
                </a:cubicBezTo>
                <a:cubicBezTo>
                  <a:pt x="52648" y="56406"/>
                  <a:pt x="50416" y="56927"/>
                  <a:pt x="48518" y="58973"/>
                </a:cubicBezTo>
                <a:cubicBezTo>
                  <a:pt x="46620" y="61057"/>
                  <a:pt x="41300" y="66042"/>
                  <a:pt x="41300" y="76200"/>
                </a:cubicBezTo>
                <a:cubicBezTo>
                  <a:pt x="41300" y="86358"/>
                  <a:pt x="48704" y="96180"/>
                  <a:pt x="49709" y="97557"/>
                </a:cubicBezTo>
                <a:cubicBezTo>
                  <a:pt x="50750" y="98933"/>
                  <a:pt x="64257" y="119769"/>
                  <a:pt x="84981" y="128736"/>
                </a:cubicBezTo>
                <a:cubicBezTo>
                  <a:pt x="98078" y="134392"/>
                  <a:pt x="103212" y="134875"/>
                  <a:pt x="109761" y="133908"/>
                </a:cubicBezTo>
                <a:cubicBezTo>
                  <a:pt x="113742" y="133313"/>
                  <a:pt x="121965" y="128922"/>
                  <a:pt x="123676" y="124085"/>
                </a:cubicBezTo>
                <a:cubicBezTo>
                  <a:pt x="125388" y="119249"/>
                  <a:pt x="125388" y="115119"/>
                  <a:pt x="124867" y="114263"/>
                </a:cubicBezTo>
                <a:cubicBezTo>
                  <a:pt x="124383" y="113333"/>
                  <a:pt x="123006" y="112812"/>
                  <a:pt x="120960" y="11180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73241" y="1512573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0174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Full-featured WhatsApp chatbot with image analysis for disease detection, voice message support, and location-based advisories.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20791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44628" y="2807968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Zero-latency smart bypass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06371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6258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8402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68771" y="-5507"/>
                </a:moveTo>
                <a:cubicBezTo>
                  <a:pt x="170594" y="-4763"/>
                  <a:pt x="171934" y="-3125"/>
                  <a:pt x="172306" y="-1191"/>
                </a:cubicBezTo>
                <a:lnTo>
                  <a:pt x="178594" y="29766"/>
                </a:lnTo>
                <a:lnTo>
                  <a:pt x="209550" y="36016"/>
                </a:lnTo>
                <a:cubicBezTo>
                  <a:pt x="211485" y="36426"/>
                  <a:pt x="213085" y="37728"/>
                  <a:pt x="213866" y="39551"/>
                </a:cubicBezTo>
                <a:cubicBezTo>
                  <a:pt x="214647" y="41374"/>
                  <a:pt x="214424" y="43458"/>
                  <a:pt x="213345" y="45095"/>
                </a:cubicBezTo>
                <a:lnTo>
                  <a:pt x="195895" y="71400"/>
                </a:lnTo>
                <a:lnTo>
                  <a:pt x="213345" y="97706"/>
                </a:lnTo>
                <a:cubicBezTo>
                  <a:pt x="214424" y="99343"/>
                  <a:pt x="214647" y="101426"/>
                  <a:pt x="213866" y="103250"/>
                </a:cubicBezTo>
                <a:cubicBezTo>
                  <a:pt x="213085" y="105073"/>
                  <a:pt x="211485" y="106412"/>
                  <a:pt x="209550" y="106784"/>
                </a:cubicBezTo>
                <a:lnTo>
                  <a:pt x="186407" y="111509"/>
                </a:lnTo>
                <a:cubicBezTo>
                  <a:pt x="181980" y="108272"/>
                  <a:pt x="177068" y="105705"/>
                  <a:pt x="171748" y="103919"/>
                </a:cubicBezTo>
                <a:cubicBezTo>
                  <a:pt x="170817" y="99194"/>
                  <a:pt x="169218" y="94729"/>
                  <a:pt x="167022" y="90636"/>
                </a:cubicBezTo>
                <a:cubicBezTo>
                  <a:pt x="170557" y="85092"/>
                  <a:pt x="172641" y="78507"/>
                  <a:pt x="172641" y="71400"/>
                </a:cubicBezTo>
                <a:cubicBezTo>
                  <a:pt x="172641" y="51681"/>
                  <a:pt x="156642" y="35682"/>
                  <a:pt x="136922" y="35682"/>
                </a:cubicBezTo>
                <a:cubicBezTo>
                  <a:pt x="119100" y="35682"/>
                  <a:pt x="104329" y="48741"/>
                  <a:pt x="101650" y="65782"/>
                </a:cubicBezTo>
                <a:cubicBezTo>
                  <a:pt x="91790" y="58229"/>
                  <a:pt x="79511" y="53690"/>
                  <a:pt x="66154" y="53541"/>
                </a:cubicBezTo>
                <a:lnTo>
                  <a:pt x="60536" y="45095"/>
                </a:lnTo>
                <a:cubicBezTo>
                  <a:pt x="59457" y="43458"/>
                  <a:pt x="59234" y="41374"/>
                  <a:pt x="60015" y="39551"/>
                </a:cubicBezTo>
                <a:cubicBezTo>
                  <a:pt x="60796" y="37728"/>
                  <a:pt x="62396" y="36388"/>
                  <a:pt x="64331" y="36016"/>
                </a:cubicBezTo>
                <a:lnTo>
                  <a:pt x="95250" y="29766"/>
                </a:lnTo>
                <a:lnTo>
                  <a:pt x="101501" y="-1191"/>
                </a:lnTo>
                <a:cubicBezTo>
                  <a:pt x="101910" y="-3125"/>
                  <a:pt x="103212" y="-4725"/>
                  <a:pt x="105035" y="-5507"/>
                </a:cubicBezTo>
                <a:cubicBezTo>
                  <a:pt x="106859" y="-6288"/>
                  <a:pt x="108942" y="-6065"/>
                  <a:pt x="110579" y="-4986"/>
                </a:cubicBezTo>
                <a:lnTo>
                  <a:pt x="136922" y="12502"/>
                </a:lnTo>
                <a:lnTo>
                  <a:pt x="163227" y="-4949"/>
                </a:lnTo>
                <a:cubicBezTo>
                  <a:pt x="164864" y="-6028"/>
                  <a:pt x="166948" y="-6251"/>
                  <a:pt x="168771" y="-5469"/>
                </a:cubicBezTo>
                <a:close/>
                <a:moveTo>
                  <a:pt x="154781" y="71438"/>
                </a:moveTo>
                <a:cubicBezTo>
                  <a:pt x="154781" y="72851"/>
                  <a:pt x="154632" y="74228"/>
                  <a:pt x="154298" y="75567"/>
                </a:cubicBezTo>
                <a:cubicBezTo>
                  <a:pt x="146224" y="69242"/>
                  <a:pt x="136066" y="65484"/>
                  <a:pt x="125016" y="65484"/>
                </a:cubicBezTo>
                <a:cubicBezTo>
                  <a:pt x="123304" y="65484"/>
                  <a:pt x="121630" y="65559"/>
                  <a:pt x="119993" y="65745"/>
                </a:cubicBezTo>
                <a:cubicBezTo>
                  <a:pt x="122374" y="58675"/>
                  <a:pt x="129071" y="53578"/>
                  <a:pt x="136922" y="53578"/>
                </a:cubicBezTo>
                <a:cubicBezTo>
                  <a:pt x="146782" y="53578"/>
                  <a:pt x="154781" y="61578"/>
                  <a:pt x="154781" y="71438"/>
                </a:cubicBezTo>
                <a:close/>
                <a:moveTo>
                  <a:pt x="35719" y="190500"/>
                </a:moveTo>
                <a:cubicBezTo>
                  <a:pt x="15999" y="190500"/>
                  <a:pt x="0" y="174501"/>
                  <a:pt x="0" y="154781"/>
                </a:cubicBezTo>
                <a:cubicBezTo>
                  <a:pt x="0" y="138968"/>
                  <a:pt x="10269" y="125537"/>
                  <a:pt x="24519" y="120848"/>
                </a:cubicBezTo>
                <a:cubicBezTo>
                  <a:pt x="24036" y="118356"/>
                  <a:pt x="23812" y="115751"/>
                  <a:pt x="23812" y="113109"/>
                </a:cubicBezTo>
                <a:cubicBezTo>
                  <a:pt x="23812" y="90078"/>
                  <a:pt x="42453" y="71438"/>
                  <a:pt x="65484" y="71438"/>
                </a:cubicBezTo>
                <a:cubicBezTo>
                  <a:pt x="81521" y="71438"/>
                  <a:pt x="95436" y="80479"/>
                  <a:pt x="102394" y="93762"/>
                </a:cubicBezTo>
                <a:cubicBezTo>
                  <a:pt x="107863" y="87399"/>
                  <a:pt x="115974" y="83344"/>
                  <a:pt x="125016" y="83344"/>
                </a:cubicBezTo>
                <a:cubicBezTo>
                  <a:pt x="141461" y="83344"/>
                  <a:pt x="154781" y="96664"/>
                  <a:pt x="154781" y="113109"/>
                </a:cubicBezTo>
                <a:cubicBezTo>
                  <a:pt x="154781" y="115156"/>
                  <a:pt x="154558" y="117128"/>
                  <a:pt x="154186" y="119063"/>
                </a:cubicBezTo>
                <a:cubicBezTo>
                  <a:pt x="154372" y="119063"/>
                  <a:pt x="154595" y="119063"/>
                  <a:pt x="154781" y="119063"/>
                </a:cubicBez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35719" y="19050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834081" y="1512573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Weather Intelligence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258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Hyperlocal weather forecasts with 7-day predictions, rainfall alerts, temperature trends, and extreme weather warnings.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1631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505468" y="280796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OpenWeatherMap + IMD 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1020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6276" y="360426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12520" y="356616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Prices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020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APMC mandi prices, MSP information, price trend analysis, and market recommendations for optimal selling.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070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3908" y="4861564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 mandis covered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45531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01741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35091" y="3604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73241" y="3566164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1741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image analysis for crop disease identification. Upload photos for instant diagnosis and treatment recommendations.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20791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44628" y="4861564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4 Vision AI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6371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262581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395931" y="3604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834081" y="3566164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Satellite Monitoring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2581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NDVI-based vegetation health monitoring, field boundary detection, growth stage tracking, and anomaly detection.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1631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5468" y="4861564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4810" y="5368292"/>
            <a:ext cx="5627370" cy="1036320"/>
          </a:xfrm>
          <a:custGeom>
            <a:avLst/>
            <a:gdLst/>
            <a:ahLst/>
            <a:cxnLst/>
            <a:rect l="l" t="t" r="r" b="b"/>
            <a:pathLst>
              <a:path w="5627370" h="10363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922024"/>
                </a:lnTo>
                <a:cubicBezTo>
                  <a:pt x="5627370" y="985148"/>
                  <a:pt x="5576198" y="1036320"/>
                  <a:pt x="55130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41020" y="56578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38125"/>
                </a:lnTo>
                <a:cubicBezTo>
                  <a:pt x="438150" y="359036"/>
                  <a:pt x="339986" y="457200"/>
                  <a:pt x="219075" y="457200"/>
                </a:cubicBezTo>
                <a:lnTo>
                  <a:pt x="219075" y="457200"/>
                </a:lnTo>
                <a:cubicBezTo>
                  <a:pt x="98164" y="457200"/>
                  <a:pt x="0" y="359036"/>
                  <a:pt x="0" y="23812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63178" y="5791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090136" y="55245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Government Schemes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0136" y="579120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on PM-KISAN, crop insurance, subsidies, and eligibility criteria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6010" y="5368292"/>
            <a:ext cx="5627370" cy="1036320"/>
          </a:xfrm>
          <a:custGeom>
            <a:avLst/>
            <a:gdLst/>
            <a:ahLst/>
            <a:cxnLst/>
            <a:rect l="l" t="t" r="r" b="b"/>
            <a:pathLst>
              <a:path w="5627370" h="10363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922024"/>
                </a:lnTo>
                <a:cubicBezTo>
                  <a:pt x="5627370" y="985148"/>
                  <a:pt x="5576198" y="1036320"/>
                  <a:pt x="55130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32220" y="56578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38125"/>
                </a:lnTo>
                <a:cubicBezTo>
                  <a:pt x="438150" y="359036"/>
                  <a:pt x="339986" y="457200"/>
                  <a:pt x="219075" y="457200"/>
                </a:cubicBezTo>
                <a:lnTo>
                  <a:pt x="219075" y="457200"/>
                </a:lnTo>
                <a:cubicBezTo>
                  <a:pt x="98164" y="457200"/>
                  <a:pt x="0" y="359036"/>
                  <a:pt x="0" y="23812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30209" y="5791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80622" y="55245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Interactive Mandi Map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80622" y="579120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Leaflet-based map showing nearby markets with live prices and navigation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kern="0" spc="96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OBSERVATIONS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575" y="1152192"/>
            <a:ext cx="6203039" cy="3078893"/>
          </a:xfrm>
          <a:custGeom>
            <a:avLst/>
            <a:gdLst/>
            <a:ahLst/>
            <a:cxnLst/>
            <a:rect l="l" t="t" r="r" b="b"/>
            <a:pathLst>
              <a:path w="6203039" h="3078893">
                <a:moveTo>
                  <a:pt x="104436" y="0"/>
                </a:moveTo>
                <a:lnTo>
                  <a:pt x="6098603" y="0"/>
                </a:lnTo>
                <a:cubicBezTo>
                  <a:pt x="6156281" y="0"/>
                  <a:pt x="6203039" y="46758"/>
                  <a:pt x="6203039" y="104436"/>
                </a:cubicBezTo>
                <a:lnTo>
                  <a:pt x="6203039" y="2974457"/>
                </a:lnTo>
                <a:cubicBezTo>
                  <a:pt x="6203039" y="3032136"/>
                  <a:pt x="6156281" y="3078893"/>
                  <a:pt x="6098603" y="3078893"/>
                </a:cubicBezTo>
                <a:lnTo>
                  <a:pt x="104436" y="3078893"/>
                </a:lnTo>
                <a:cubicBezTo>
                  <a:pt x="46758" y="3078893"/>
                  <a:pt x="0" y="3032136"/>
                  <a:pt x="0" y="2974457"/>
                </a:cubicBezTo>
                <a:lnTo>
                  <a:pt x="0" y="104436"/>
                </a:lnTo>
                <a:cubicBezTo>
                  <a:pt x="0" y="46796"/>
                  <a:pt x="46796" y="0"/>
                  <a:pt x="10443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4294" y="1294909"/>
            <a:ext cx="600462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ML Model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775" y="1646484"/>
            <a:ext cx="2896144" cy="981626"/>
          </a:xfrm>
          <a:custGeom>
            <a:avLst/>
            <a:gdLst/>
            <a:ahLst/>
            <a:cxnLst/>
            <a:rect l="l" t="t" r="r" b="b"/>
            <a:pathLst>
              <a:path w="2896144" h="981626">
                <a:moveTo>
                  <a:pt x="69617" y="0"/>
                </a:moveTo>
                <a:lnTo>
                  <a:pt x="2826527" y="0"/>
                </a:lnTo>
                <a:cubicBezTo>
                  <a:pt x="2864975" y="0"/>
                  <a:pt x="2896144" y="31169"/>
                  <a:pt x="2896144" y="69617"/>
                </a:cubicBezTo>
                <a:lnTo>
                  <a:pt x="2896144" y="912009"/>
                </a:lnTo>
                <a:cubicBezTo>
                  <a:pt x="2896144" y="950457"/>
                  <a:pt x="2864975" y="981626"/>
                  <a:pt x="2826527" y="981626"/>
                </a:cubicBezTo>
                <a:lnTo>
                  <a:pt x="69617" y="981626"/>
                </a:lnTo>
                <a:cubicBezTo>
                  <a:pt x="31169" y="981626"/>
                  <a:pt x="0" y="950457"/>
                  <a:pt x="0" y="912009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7363" y="1754400"/>
            <a:ext cx="283696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67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0875" y="2137304"/>
            <a:ext cx="274994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5226" y="2346160"/>
            <a:ext cx="274124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 on test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7376" y="1646484"/>
            <a:ext cx="2896144" cy="981626"/>
          </a:xfrm>
          <a:custGeom>
            <a:avLst/>
            <a:gdLst/>
            <a:ahLst/>
            <a:cxnLst/>
            <a:rect l="l" t="t" r="r" b="b"/>
            <a:pathLst>
              <a:path w="2896144" h="981626">
                <a:moveTo>
                  <a:pt x="69617" y="0"/>
                </a:moveTo>
                <a:lnTo>
                  <a:pt x="2826527" y="0"/>
                </a:lnTo>
                <a:cubicBezTo>
                  <a:pt x="2864975" y="0"/>
                  <a:pt x="2896144" y="31169"/>
                  <a:pt x="2896144" y="69617"/>
                </a:cubicBezTo>
                <a:lnTo>
                  <a:pt x="2896144" y="912009"/>
                </a:lnTo>
                <a:cubicBezTo>
                  <a:pt x="2896144" y="950457"/>
                  <a:pt x="2864975" y="981626"/>
                  <a:pt x="2826527" y="981626"/>
                </a:cubicBezTo>
                <a:lnTo>
                  <a:pt x="69617" y="981626"/>
                </a:lnTo>
                <a:cubicBezTo>
                  <a:pt x="31169" y="981626"/>
                  <a:pt x="0" y="950457"/>
                  <a:pt x="0" y="912009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36964" y="1754400"/>
            <a:ext cx="283696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67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±0.58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0475" y="2137304"/>
            <a:ext cx="274994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(q/ha)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4827" y="2346160"/>
            <a:ext cx="274124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775" y="2739505"/>
            <a:ext cx="5907159" cy="1347125"/>
          </a:xfrm>
          <a:custGeom>
            <a:avLst/>
            <a:gdLst/>
            <a:ahLst/>
            <a:cxnLst/>
            <a:rect l="l" t="t" r="r" b="b"/>
            <a:pathLst>
              <a:path w="5907159" h="1347125">
                <a:moveTo>
                  <a:pt x="69619" y="0"/>
                </a:moveTo>
                <a:lnTo>
                  <a:pt x="5837539" y="0"/>
                </a:lnTo>
                <a:cubicBezTo>
                  <a:pt x="5875989" y="0"/>
                  <a:pt x="5907159" y="31170"/>
                  <a:pt x="5907159" y="69619"/>
                </a:cubicBezTo>
                <a:lnTo>
                  <a:pt x="5907159" y="1277505"/>
                </a:lnTo>
                <a:cubicBezTo>
                  <a:pt x="5907159" y="1315955"/>
                  <a:pt x="5875989" y="1347125"/>
                  <a:pt x="5837539" y="1347125"/>
                </a:cubicBezTo>
                <a:lnTo>
                  <a:pt x="69619" y="1347125"/>
                </a:lnTo>
                <a:cubicBezTo>
                  <a:pt x="31170" y="1347125"/>
                  <a:pt x="0" y="1315955"/>
                  <a:pt x="0" y="1277505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5684" y="2847412"/>
            <a:ext cx="576095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Crop-Specific Results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5684" y="3125888"/>
            <a:ext cx="40901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70382" y="3178102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70382" y="3178102"/>
            <a:ext cx="1044283" cy="69619"/>
          </a:xfrm>
          <a:custGeom>
            <a:avLst/>
            <a:gdLst/>
            <a:ahLst/>
            <a:cxnLst/>
            <a:rect l="l" t="t" r="r" b="b"/>
            <a:pathLst>
              <a:path w="1044283" h="69619">
                <a:moveTo>
                  <a:pt x="34809" y="0"/>
                </a:moveTo>
                <a:lnTo>
                  <a:pt x="1009473" y="0"/>
                </a:lnTo>
                <a:cubicBezTo>
                  <a:pt x="1028698" y="0"/>
                  <a:pt x="1044283" y="15585"/>
                  <a:pt x="1044283" y="34809"/>
                </a:cubicBezTo>
                <a:lnTo>
                  <a:pt x="1044283" y="34809"/>
                </a:lnTo>
                <a:cubicBezTo>
                  <a:pt x="1044283" y="54034"/>
                  <a:pt x="1028698" y="69619"/>
                  <a:pt x="100947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53903" y="3125888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5684" y="3352149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0382" y="3404363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70382" y="3404363"/>
            <a:ext cx="1009473" cy="69619"/>
          </a:xfrm>
          <a:custGeom>
            <a:avLst/>
            <a:gdLst/>
            <a:ahLst/>
            <a:cxnLst/>
            <a:rect l="l" t="t" r="r" b="b"/>
            <a:pathLst>
              <a:path w="1009473" h="69619">
                <a:moveTo>
                  <a:pt x="34809" y="0"/>
                </a:moveTo>
                <a:lnTo>
                  <a:pt x="974664" y="0"/>
                </a:lnTo>
                <a:cubicBezTo>
                  <a:pt x="993889" y="0"/>
                  <a:pt x="1009473" y="15585"/>
                  <a:pt x="1009473" y="34809"/>
                </a:cubicBezTo>
                <a:lnTo>
                  <a:pt x="1009473" y="34809"/>
                </a:lnTo>
                <a:cubicBezTo>
                  <a:pt x="1009473" y="54034"/>
                  <a:pt x="993889" y="69619"/>
                  <a:pt x="974664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53903" y="3352149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5684" y="3578410"/>
            <a:ext cx="41771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Cotton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0382" y="3630624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70382" y="3630624"/>
            <a:ext cx="992069" cy="69619"/>
          </a:xfrm>
          <a:custGeom>
            <a:avLst/>
            <a:gdLst/>
            <a:ahLst/>
            <a:cxnLst/>
            <a:rect l="l" t="t" r="r" b="b"/>
            <a:pathLst>
              <a:path w="992069" h="69619">
                <a:moveTo>
                  <a:pt x="34809" y="0"/>
                </a:moveTo>
                <a:lnTo>
                  <a:pt x="957259" y="0"/>
                </a:lnTo>
                <a:cubicBezTo>
                  <a:pt x="976484" y="0"/>
                  <a:pt x="992069" y="15585"/>
                  <a:pt x="992069" y="34809"/>
                </a:cubicBezTo>
                <a:lnTo>
                  <a:pt x="992069" y="34809"/>
                </a:lnTo>
                <a:cubicBezTo>
                  <a:pt x="992069" y="54034"/>
                  <a:pt x="976484" y="69619"/>
                  <a:pt x="95725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53903" y="3578410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5684" y="3804672"/>
            <a:ext cx="65267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Sugarcane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70382" y="3856886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70382" y="3856886"/>
            <a:ext cx="1035580" cy="69619"/>
          </a:xfrm>
          <a:custGeom>
            <a:avLst/>
            <a:gdLst/>
            <a:ahLst/>
            <a:cxnLst/>
            <a:rect l="l" t="t" r="r" b="b"/>
            <a:pathLst>
              <a:path w="1035580" h="69619">
                <a:moveTo>
                  <a:pt x="34809" y="0"/>
                </a:moveTo>
                <a:lnTo>
                  <a:pt x="1000771" y="0"/>
                </a:lnTo>
                <a:cubicBezTo>
                  <a:pt x="1019996" y="0"/>
                  <a:pt x="1035580" y="15585"/>
                  <a:pt x="1035580" y="34809"/>
                </a:cubicBezTo>
                <a:lnTo>
                  <a:pt x="1035580" y="34809"/>
                </a:lnTo>
                <a:cubicBezTo>
                  <a:pt x="1035580" y="54034"/>
                  <a:pt x="1019996" y="69619"/>
                  <a:pt x="1000771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53903" y="3804672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1575" y="4379024"/>
            <a:ext cx="6203039" cy="2391407"/>
          </a:xfrm>
          <a:custGeom>
            <a:avLst/>
            <a:gdLst/>
            <a:ahLst/>
            <a:cxnLst/>
            <a:rect l="l" t="t" r="r" b="b"/>
            <a:pathLst>
              <a:path w="6203039" h="2391407">
                <a:moveTo>
                  <a:pt x="104433" y="0"/>
                </a:moveTo>
                <a:lnTo>
                  <a:pt x="6098606" y="0"/>
                </a:lnTo>
                <a:cubicBezTo>
                  <a:pt x="6156283" y="0"/>
                  <a:pt x="6203039" y="46756"/>
                  <a:pt x="6203039" y="104433"/>
                </a:cubicBezTo>
                <a:lnTo>
                  <a:pt x="6203039" y="2286975"/>
                </a:lnTo>
                <a:cubicBezTo>
                  <a:pt x="6203039" y="2344651"/>
                  <a:pt x="6156283" y="2391407"/>
                  <a:pt x="6098606" y="2391407"/>
                </a:cubicBezTo>
                <a:lnTo>
                  <a:pt x="104433" y="2391407"/>
                </a:lnTo>
                <a:cubicBezTo>
                  <a:pt x="46756" y="2391407"/>
                  <a:pt x="0" y="2344651"/>
                  <a:pt x="0" y="2286975"/>
                </a:cubicBezTo>
                <a:lnTo>
                  <a:pt x="0" y="104433"/>
                </a:lnTo>
                <a:cubicBezTo>
                  <a:pt x="0" y="46795"/>
                  <a:pt x="46795" y="0"/>
                  <a:pt x="10443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4294" y="4521749"/>
            <a:ext cx="599592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7775" y="4838515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70875" y="4929018"/>
            <a:ext cx="167085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 Time (p95)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90548" y="4911613"/>
            <a:ext cx="62657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7775" y="5304958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70875" y="5395460"/>
            <a:ext cx="173176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Bypass Latency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7259" y="5378056"/>
            <a:ext cx="38290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97775" y="5771400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70875" y="5861912"/>
            <a:ext cx="141848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Inference Time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87361" y="5844507"/>
            <a:ext cx="53084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7775" y="6237852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70875" y="6328355"/>
            <a:ext cx="100947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Uptime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39063" y="6310950"/>
            <a:ext cx="58305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67713" y="1152192"/>
            <a:ext cx="5071733" cy="3635844"/>
          </a:xfrm>
          <a:custGeom>
            <a:avLst/>
            <a:gdLst/>
            <a:ahLst/>
            <a:cxnLst/>
            <a:rect l="l" t="t" r="r" b="b"/>
            <a:pathLst>
              <a:path w="5071733" h="3635844">
                <a:moveTo>
                  <a:pt x="104421" y="0"/>
                </a:moveTo>
                <a:lnTo>
                  <a:pt x="4967311" y="0"/>
                </a:lnTo>
                <a:cubicBezTo>
                  <a:pt x="5024943" y="0"/>
                  <a:pt x="5071733" y="46790"/>
                  <a:pt x="5071733" y="104421"/>
                </a:cubicBezTo>
                <a:lnTo>
                  <a:pt x="5071733" y="3531423"/>
                </a:lnTo>
                <a:cubicBezTo>
                  <a:pt x="5071733" y="3589054"/>
                  <a:pt x="5024943" y="3635844"/>
                  <a:pt x="4967311" y="3635844"/>
                </a:cubicBezTo>
                <a:lnTo>
                  <a:pt x="104421" y="3635844"/>
                </a:lnTo>
                <a:cubicBezTo>
                  <a:pt x="46790" y="3635844"/>
                  <a:pt x="0" y="3589054"/>
                  <a:pt x="0" y="3531423"/>
                </a:cubicBezTo>
                <a:lnTo>
                  <a:pt x="0" y="104421"/>
                </a:lnTo>
                <a:cubicBezTo>
                  <a:pt x="0" y="46790"/>
                  <a:pt x="46790" y="0"/>
                  <a:pt x="104421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10432" y="1294909"/>
            <a:ext cx="487331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Pilot Testing Results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13913" y="1646484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021822" y="1789209"/>
            <a:ext cx="174047" cy="139238"/>
          </a:xfrm>
          <a:custGeom>
            <a:avLst/>
            <a:gdLst/>
            <a:ahLst/>
            <a:cxnLst/>
            <a:rect l="l" t="t" r="r" b="b"/>
            <a:pathLst>
              <a:path w="174047" h="139238">
                <a:moveTo>
                  <a:pt x="87024" y="4351"/>
                </a:moveTo>
                <a:cubicBezTo>
                  <a:pt x="102633" y="4351"/>
                  <a:pt x="115306" y="17024"/>
                  <a:pt x="115306" y="32634"/>
                </a:cubicBezTo>
                <a:cubicBezTo>
                  <a:pt x="115306" y="48243"/>
                  <a:pt x="102633" y="60916"/>
                  <a:pt x="87024" y="60916"/>
                </a:cubicBezTo>
                <a:cubicBezTo>
                  <a:pt x="71414" y="60916"/>
                  <a:pt x="58741" y="48243"/>
                  <a:pt x="58741" y="32634"/>
                </a:cubicBezTo>
                <a:cubicBezTo>
                  <a:pt x="58741" y="17024"/>
                  <a:pt x="71414" y="4351"/>
                  <a:pt x="87024" y="4351"/>
                </a:cubicBezTo>
                <a:close/>
                <a:moveTo>
                  <a:pt x="26107" y="23931"/>
                </a:moveTo>
                <a:cubicBezTo>
                  <a:pt x="36914" y="23931"/>
                  <a:pt x="45687" y="32705"/>
                  <a:pt x="45687" y="43512"/>
                </a:cubicBezTo>
                <a:cubicBezTo>
                  <a:pt x="45687" y="54318"/>
                  <a:pt x="36914" y="63092"/>
                  <a:pt x="26107" y="63092"/>
                </a:cubicBezTo>
                <a:cubicBezTo>
                  <a:pt x="15300" y="63092"/>
                  <a:pt x="6527" y="54318"/>
                  <a:pt x="6527" y="43512"/>
                </a:cubicBezTo>
                <a:cubicBezTo>
                  <a:pt x="6527" y="32705"/>
                  <a:pt x="15300" y="23931"/>
                  <a:pt x="26107" y="23931"/>
                </a:cubicBezTo>
                <a:close/>
                <a:moveTo>
                  <a:pt x="0" y="113131"/>
                </a:moveTo>
                <a:cubicBezTo>
                  <a:pt x="0" y="93904"/>
                  <a:pt x="15583" y="78321"/>
                  <a:pt x="34809" y="78321"/>
                </a:cubicBezTo>
                <a:cubicBezTo>
                  <a:pt x="38290" y="78321"/>
                  <a:pt x="41663" y="78838"/>
                  <a:pt x="44844" y="79790"/>
                </a:cubicBezTo>
                <a:cubicBezTo>
                  <a:pt x="35897" y="89797"/>
                  <a:pt x="30458" y="103014"/>
                  <a:pt x="30458" y="117482"/>
                </a:cubicBezTo>
                <a:lnTo>
                  <a:pt x="30458" y="121833"/>
                </a:lnTo>
                <a:cubicBezTo>
                  <a:pt x="30458" y="124933"/>
                  <a:pt x="31111" y="127870"/>
                  <a:pt x="32280" y="130535"/>
                </a:cubicBezTo>
                <a:lnTo>
                  <a:pt x="8702" y="130535"/>
                </a:lnTo>
                <a:cubicBezTo>
                  <a:pt x="3889" y="130535"/>
                  <a:pt x="0" y="126646"/>
                  <a:pt x="0" y="121833"/>
                </a:cubicBezTo>
                <a:lnTo>
                  <a:pt x="0" y="113131"/>
                </a:lnTo>
                <a:close/>
                <a:moveTo>
                  <a:pt x="141767" y="130535"/>
                </a:moveTo>
                <a:cubicBezTo>
                  <a:pt x="142936" y="127870"/>
                  <a:pt x="143589" y="124933"/>
                  <a:pt x="143589" y="121833"/>
                </a:cubicBezTo>
                <a:lnTo>
                  <a:pt x="143589" y="117482"/>
                </a:lnTo>
                <a:cubicBezTo>
                  <a:pt x="143589" y="103014"/>
                  <a:pt x="138150" y="89797"/>
                  <a:pt x="129203" y="79790"/>
                </a:cubicBezTo>
                <a:cubicBezTo>
                  <a:pt x="132385" y="78838"/>
                  <a:pt x="135757" y="78321"/>
                  <a:pt x="139238" y="78321"/>
                </a:cubicBezTo>
                <a:cubicBezTo>
                  <a:pt x="158464" y="78321"/>
                  <a:pt x="174047" y="93904"/>
                  <a:pt x="174047" y="113131"/>
                </a:cubicBezTo>
                <a:lnTo>
                  <a:pt x="174047" y="121833"/>
                </a:lnTo>
                <a:cubicBezTo>
                  <a:pt x="174047" y="126646"/>
                  <a:pt x="170158" y="130535"/>
                  <a:pt x="165345" y="130535"/>
                </a:cubicBezTo>
                <a:lnTo>
                  <a:pt x="141767" y="130535"/>
                </a:lnTo>
                <a:close/>
                <a:moveTo>
                  <a:pt x="128360" y="43512"/>
                </a:moveTo>
                <a:cubicBezTo>
                  <a:pt x="128360" y="32705"/>
                  <a:pt x="137133" y="23931"/>
                  <a:pt x="147940" y="23931"/>
                </a:cubicBezTo>
                <a:cubicBezTo>
                  <a:pt x="158747" y="23931"/>
                  <a:pt x="167520" y="32705"/>
                  <a:pt x="167520" y="43512"/>
                </a:cubicBezTo>
                <a:cubicBezTo>
                  <a:pt x="167520" y="54318"/>
                  <a:pt x="158747" y="63092"/>
                  <a:pt x="147940" y="63092"/>
                </a:cubicBezTo>
                <a:cubicBezTo>
                  <a:pt x="137133" y="63092"/>
                  <a:pt x="128360" y="54318"/>
                  <a:pt x="128360" y="43512"/>
                </a:cubicBezTo>
                <a:close/>
                <a:moveTo>
                  <a:pt x="43512" y="117482"/>
                </a:moveTo>
                <a:cubicBezTo>
                  <a:pt x="43512" y="93442"/>
                  <a:pt x="62983" y="73970"/>
                  <a:pt x="87024" y="73970"/>
                </a:cubicBezTo>
                <a:cubicBezTo>
                  <a:pt x="111064" y="73970"/>
                  <a:pt x="130535" y="93442"/>
                  <a:pt x="130535" y="117482"/>
                </a:cubicBezTo>
                <a:lnTo>
                  <a:pt x="130535" y="121833"/>
                </a:lnTo>
                <a:cubicBezTo>
                  <a:pt x="130535" y="126646"/>
                  <a:pt x="126646" y="130535"/>
                  <a:pt x="121833" y="130535"/>
                </a:cubicBezTo>
                <a:lnTo>
                  <a:pt x="52214" y="130535"/>
                </a:lnTo>
                <a:cubicBezTo>
                  <a:pt x="47401" y="130535"/>
                  <a:pt x="43512" y="126646"/>
                  <a:pt x="43512" y="121833"/>
                </a:cubicBezTo>
                <a:lnTo>
                  <a:pt x="43512" y="117482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265488" y="1754400"/>
            <a:ext cx="12183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Farmers Enrolled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21822" y="1998066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21822" y="2311351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25 villages in Maharashtra &amp; Gujarat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13913" y="2669886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039227" y="2812603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7405" y="17405"/>
                </a:moveTo>
                <a:cubicBezTo>
                  <a:pt x="17405" y="12591"/>
                  <a:pt x="13516" y="8702"/>
                  <a:pt x="8702" y="8702"/>
                </a:cubicBezTo>
                <a:cubicBezTo>
                  <a:pt x="3889" y="8702"/>
                  <a:pt x="0" y="12591"/>
                  <a:pt x="0" y="17405"/>
                </a:cubicBezTo>
                <a:lnTo>
                  <a:pt x="0" y="108779"/>
                </a:lnTo>
                <a:cubicBezTo>
                  <a:pt x="0" y="120800"/>
                  <a:pt x="9736" y="130535"/>
                  <a:pt x="21756" y="130535"/>
                </a:cubicBezTo>
                <a:lnTo>
                  <a:pt x="130535" y="130535"/>
                </a:lnTo>
                <a:cubicBezTo>
                  <a:pt x="135349" y="130535"/>
                  <a:pt x="139238" y="126646"/>
                  <a:pt x="139238" y="121833"/>
                </a:cubicBezTo>
                <a:cubicBezTo>
                  <a:pt x="139238" y="117019"/>
                  <a:pt x="135349" y="113131"/>
                  <a:pt x="130535" y="113131"/>
                </a:cubicBezTo>
                <a:lnTo>
                  <a:pt x="21756" y="113131"/>
                </a:lnTo>
                <a:cubicBezTo>
                  <a:pt x="19363" y="113131"/>
                  <a:pt x="17405" y="111173"/>
                  <a:pt x="17405" y="108779"/>
                </a:cubicBezTo>
                <a:lnTo>
                  <a:pt x="17405" y="17405"/>
                </a:lnTo>
                <a:close/>
                <a:moveTo>
                  <a:pt x="127979" y="40955"/>
                </a:moveTo>
                <a:cubicBezTo>
                  <a:pt x="131378" y="37556"/>
                  <a:pt x="131378" y="32036"/>
                  <a:pt x="127979" y="28636"/>
                </a:cubicBezTo>
                <a:cubicBezTo>
                  <a:pt x="124580" y="25237"/>
                  <a:pt x="119059" y="25237"/>
                  <a:pt x="115660" y="28636"/>
                </a:cubicBezTo>
                <a:lnTo>
                  <a:pt x="87024" y="57300"/>
                </a:lnTo>
                <a:lnTo>
                  <a:pt x="71414" y="41717"/>
                </a:lnTo>
                <a:cubicBezTo>
                  <a:pt x="68014" y="38318"/>
                  <a:pt x="62494" y="38318"/>
                  <a:pt x="59094" y="41717"/>
                </a:cubicBezTo>
                <a:lnTo>
                  <a:pt x="32987" y="67824"/>
                </a:lnTo>
                <a:cubicBezTo>
                  <a:pt x="29588" y="71223"/>
                  <a:pt x="29588" y="76744"/>
                  <a:pt x="32987" y="80143"/>
                </a:cubicBezTo>
                <a:cubicBezTo>
                  <a:pt x="36387" y="83543"/>
                  <a:pt x="41907" y="83543"/>
                  <a:pt x="45307" y="80143"/>
                </a:cubicBezTo>
                <a:lnTo>
                  <a:pt x="65268" y="60182"/>
                </a:lnTo>
                <a:lnTo>
                  <a:pt x="80878" y="75792"/>
                </a:lnTo>
                <a:cubicBezTo>
                  <a:pt x="84277" y="79191"/>
                  <a:pt x="89797" y="79191"/>
                  <a:pt x="93197" y="75792"/>
                </a:cubicBezTo>
                <a:lnTo>
                  <a:pt x="128006" y="4098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265488" y="2777794"/>
            <a:ext cx="131405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21822" y="3021460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21822" y="3334744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increase in crop productivity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913913" y="3693280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056631" y="3835997"/>
            <a:ext cx="104428" cy="139238"/>
          </a:xfrm>
          <a:custGeom>
            <a:avLst/>
            <a:gdLst/>
            <a:ahLst/>
            <a:cxnLst/>
            <a:rect l="l" t="t" r="r" b="b"/>
            <a:pathLst>
              <a:path w="104428" h="139238">
                <a:moveTo>
                  <a:pt x="52214" y="139238"/>
                </a:moveTo>
                <a:cubicBezTo>
                  <a:pt x="23388" y="139238"/>
                  <a:pt x="0" y="115850"/>
                  <a:pt x="0" y="87024"/>
                </a:cubicBezTo>
                <a:cubicBezTo>
                  <a:pt x="0" y="62222"/>
                  <a:pt x="35408" y="12482"/>
                  <a:pt x="45307" y="-952"/>
                </a:cubicBezTo>
                <a:cubicBezTo>
                  <a:pt x="46911" y="-3127"/>
                  <a:pt x="49440" y="-4351"/>
                  <a:pt x="52160" y="-4351"/>
                </a:cubicBezTo>
                <a:lnTo>
                  <a:pt x="52269" y="-4351"/>
                </a:lnTo>
                <a:cubicBezTo>
                  <a:pt x="54988" y="-4351"/>
                  <a:pt x="57517" y="-3127"/>
                  <a:pt x="59122" y="-952"/>
                </a:cubicBezTo>
                <a:cubicBezTo>
                  <a:pt x="69021" y="12482"/>
                  <a:pt x="104428" y="62222"/>
                  <a:pt x="104428" y="87024"/>
                </a:cubicBezTo>
                <a:cubicBezTo>
                  <a:pt x="104428" y="115850"/>
                  <a:pt x="81041" y="139238"/>
                  <a:pt x="52214" y="139238"/>
                </a:cubicBezTo>
                <a:close/>
                <a:moveTo>
                  <a:pt x="30458" y="84848"/>
                </a:moveTo>
                <a:cubicBezTo>
                  <a:pt x="30458" y="81231"/>
                  <a:pt x="27548" y="78321"/>
                  <a:pt x="23931" y="78321"/>
                </a:cubicBezTo>
                <a:cubicBezTo>
                  <a:pt x="20315" y="78321"/>
                  <a:pt x="17405" y="81231"/>
                  <a:pt x="17405" y="84848"/>
                </a:cubicBezTo>
                <a:cubicBezTo>
                  <a:pt x="17405" y="105271"/>
                  <a:pt x="33966" y="121833"/>
                  <a:pt x="54390" y="121833"/>
                </a:cubicBezTo>
                <a:cubicBezTo>
                  <a:pt x="58007" y="121833"/>
                  <a:pt x="60916" y="118923"/>
                  <a:pt x="60916" y="115306"/>
                </a:cubicBezTo>
                <a:cubicBezTo>
                  <a:pt x="60916" y="111689"/>
                  <a:pt x="58007" y="108779"/>
                  <a:pt x="54390" y="108779"/>
                </a:cubicBezTo>
                <a:cubicBezTo>
                  <a:pt x="41173" y="108779"/>
                  <a:pt x="30458" y="98065"/>
                  <a:pt x="30458" y="8484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265488" y="3801187"/>
            <a:ext cx="102687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21822" y="4044853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21822" y="4358138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irrigation water usage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767713" y="4932498"/>
            <a:ext cx="5071733" cy="1921480"/>
          </a:xfrm>
          <a:custGeom>
            <a:avLst/>
            <a:gdLst/>
            <a:ahLst/>
            <a:cxnLst/>
            <a:rect l="l" t="t" r="r" b="b"/>
            <a:pathLst>
              <a:path w="5071733" h="1921480">
                <a:moveTo>
                  <a:pt x="104432" y="0"/>
                </a:moveTo>
                <a:lnTo>
                  <a:pt x="4967300" y="0"/>
                </a:lnTo>
                <a:cubicBezTo>
                  <a:pt x="5024977" y="0"/>
                  <a:pt x="5071733" y="46756"/>
                  <a:pt x="5071733" y="104432"/>
                </a:cubicBezTo>
                <a:lnTo>
                  <a:pt x="5071733" y="1817048"/>
                </a:lnTo>
                <a:cubicBezTo>
                  <a:pt x="5071733" y="1874724"/>
                  <a:pt x="5024977" y="1921480"/>
                  <a:pt x="4967300" y="1921480"/>
                </a:cubicBezTo>
                <a:lnTo>
                  <a:pt x="104432" y="1921480"/>
                </a:lnTo>
                <a:cubicBezTo>
                  <a:pt x="46756" y="1921480"/>
                  <a:pt x="0" y="1874724"/>
                  <a:pt x="0" y="1817048"/>
                </a:cubicBezTo>
                <a:lnTo>
                  <a:pt x="0" y="104432"/>
                </a:lnTo>
                <a:cubicBezTo>
                  <a:pt x="0" y="46795"/>
                  <a:pt x="46795" y="0"/>
                  <a:pt x="104432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910432" y="5075215"/>
            <a:ext cx="486461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 Engagement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10432" y="5388500"/>
            <a:ext cx="105298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Active Users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320677" y="5388500"/>
            <a:ext cx="43511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2,500+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910432" y="5597357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910432" y="5597357"/>
            <a:ext cx="3594073" cy="69619"/>
          </a:xfrm>
          <a:custGeom>
            <a:avLst/>
            <a:gdLst/>
            <a:ahLst/>
            <a:cxnLst/>
            <a:rect l="l" t="t" r="r" b="b"/>
            <a:pathLst>
              <a:path w="3594073" h="69619">
                <a:moveTo>
                  <a:pt x="34809" y="0"/>
                </a:moveTo>
                <a:lnTo>
                  <a:pt x="3559263" y="0"/>
                </a:lnTo>
                <a:cubicBezTo>
                  <a:pt x="3578488" y="0"/>
                  <a:pt x="3594073" y="15585"/>
                  <a:pt x="3594073" y="34809"/>
                </a:cubicBezTo>
                <a:lnTo>
                  <a:pt x="3594073" y="34809"/>
                </a:lnTo>
                <a:cubicBezTo>
                  <a:pt x="3594073" y="54034"/>
                  <a:pt x="3578488" y="69619"/>
                  <a:pt x="355926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910432" y="5736594"/>
            <a:ext cx="109649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Processed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58269" y="5736594"/>
            <a:ext cx="60046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50K+/day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10432" y="5945451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910432" y="5945451"/>
            <a:ext cx="4072702" cy="69619"/>
          </a:xfrm>
          <a:custGeom>
            <a:avLst/>
            <a:gdLst/>
            <a:ahLst/>
            <a:cxnLst/>
            <a:rect l="l" t="t" r="r" b="b"/>
            <a:pathLst>
              <a:path w="4072702" h="69619">
                <a:moveTo>
                  <a:pt x="34809" y="0"/>
                </a:moveTo>
                <a:lnTo>
                  <a:pt x="4037893" y="0"/>
                </a:lnTo>
                <a:cubicBezTo>
                  <a:pt x="4057118" y="0"/>
                  <a:pt x="4072702" y="15585"/>
                  <a:pt x="4072702" y="34809"/>
                </a:cubicBezTo>
                <a:lnTo>
                  <a:pt x="4072702" y="34809"/>
                </a:lnTo>
                <a:cubicBezTo>
                  <a:pt x="4072702" y="54034"/>
                  <a:pt x="4057118" y="69619"/>
                  <a:pt x="403789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910432" y="6084689"/>
            <a:ext cx="98336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425649" y="6084689"/>
            <a:ext cx="33069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4.6/5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910432" y="6293545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910432" y="6293545"/>
            <a:ext cx="4403392" cy="69619"/>
          </a:xfrm>
          <a:custGeom>
            <a:avLst/>
            <a:gdLst/>
            <a:ahLst/>
            <a:cxnLst/>
            <a:rect l="l" t="t" r="r" b="b"/>
            <a:pathLst>
              <a:path w="4403392" h="69619">
                <a:moveTo>
                  <a:pt x="34809" y="0"/>
                </a:moveTo>
                <a:lnTo>
                  <a:pt x="4368582" y="0"/>
                </a:lnTo>
                <a:cubicBezTo>
                  <a:pt x="4387807" y="0"/>
                  <a:pt x="4403392" y="15585"/>
                  <a:pt x="4403392" y="34809"/>
                </a:cubicBezTo>
                <a:lnTo>
                  <a:pt x="4403392" y="34809"/>
                </a:lnTo>
                <a:cubicBezTo>
                  <a:pt x="4403392" y="54034"/>
                  <a:pt x="4387807" y="69619"/>
                  <a:pt x="436858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910432" y="6432783"/>
            <a:ext cx="153161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Adoption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452844" y="6432783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910432" y="6641639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6910432" y="6641639"/>
            <a:ext cx="3733310" cy="69619"/>
          </a:xfrm>
          <a:custGeom>
            <a:avLst/>
            <a:gdLst/>
            <a:ahLst/>
            <a:cxnLst/>
            <a:rect l="l" t="t" r="r" b="b"/>
            <a:pathLst>
              <a:path w="3733310" h="69619">
                <a:moveTo>
                  <a:pt x="34809" y="0"/>
                </a:moveTo>
                <a:lnTo>
                  <a:pt x="3698501" y="0"/>
                </a:lnTo>
                <a:cubicBezTo>
                  <a:pt x="3717726" y="0"/>
                  <a:pt x="3733310" y="15585"/>
                  <a:pt x="3733310" y="34809"/>
                </a:cubicBezTo>
                <a:lnTo>
                  <a:pt x="3733310" y="34809"/>
                </a:lnTo>
                <a:cubicBezTo>
                  <a:pt x="3733310" y="54034"/>
                  <a:pt x="3717726" y="69619"/>
                  <a:pt x="3698501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futur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90000"/>
                </a:srgbClr>
              </a:gs>
              <a:gs pos="100000">
                <a:srgbClr val="1A2E1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Roadmap Ahead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810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1020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62464" y="15506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5484" y="11906"/>
                </a:moveTo>
                <a:cubicBezTo>
                  <a:pt x="60536" y="11906"/>
                  <a:pt x="56555" y="15887"/>
                  <a:pt x="56555" y="20836"/>
                </a:cubicBezTo>
                <a:cubicBezTo>
                  <a:pt x="56555" y="25784"/>
                  <a:pt x="60536" y="29766"/>
                  <a:pt x="65484" y="29766"/>
                </a:cubicBezTo>
                <a:lnTo>
                  <a:pt x="122039" y="29766"/>
                </a:lnTo>
                <a:lnTo>
                  <a:pt x="122039" y="47625"/>
                </a:lnTo>
                <a:lnTo>
                  <a:pt x="39886" y="47625"/>
                </a:lnTo>
                <a:lnTo>
                  <a:pt x="27682" y="32965"/>
                </a:lnTo>
                <a:cubicBezTo>
                  <a:pt x="26008" y="30956"/>
                  <a:pt x="23478" y="29766"/>
                  <a:pt x="20836" y="29766"/>
                </a:cubicBezTo>
                <a:lnTo>
                  <a:pt x="8930" y="29766"/>
                </a:lnTo>
                <a:cubicBezTo>
                  <a:pt x="5842" y="29766"/>
                  <a:pt x="2977" y="31366"/>
                  <a:pt x="1339" y="34007"/>
                </a:cubicBezTo>
                <a:cubicBezTo>
                  <a:pt x="-298" y="36649"/>
                  <a:pt x="-446" y="39923"/>
                  <a:pt x="930" y="42714"/>
                </a:cubicBezTo>
                <a:lnTo>
                  <a:pt x="18790" y="78432"/>
                </a:lnTo>
                <a:cubicBezTo>
                  <a:pt x="20315" y="81446"/>
                  <a:pt x="23403" y="83344"/>
                  <a:pt x="26789" y="83344"/>
                </a:cubicBezTo>
                <a:lnTo>
                  <a:pt x="66898" y="83344"/>
                </a:lnTo>
                <a:lnTo>
                  <a:pt x="105594" y="136587"/>
                </a:lnTo>
                <a:cubicBezTo>
                  <a:pt x="111212" y="144289"/>
                  <a:pt x="120142" y="148828"/>
                  <a:pt x="129667" y="148828"/>
                </a:cubicBezTo>
                <a:lnTo>
                  <a:pt x="157758" y="148828"/>
                </a:lnTo>
                <a:cubicBezTo>
                  <a:pt x="185700" y="148828"/>
                  <a:pt x="208359" y="126169"/>
                  <a:pt x="208359" y="98227"/>
                </a:cubicBezTo>
                <a:cubicBezTo>
                  <a:pt x="208359" y="70284"/>
                  <a:pt x="185700" y="47625"/>
                  <a:pt x="157758" y="47625"/>
                </a:cubicBezTo>
                <a:lnTo>
                  <a:pt x="139898" y="47625"/>
                </a:lnTo>
                <a:lnTo>
                  <a:pt x="139898" y="29766"/>
                </a:lnTo>
                <a:lnTo>
                  <a:pt x="196453" y="29766"/>
                </a:lnTo>
                <a:cubicBezTo>
                  <a:pt x="201402" y="29766"/>
                  <a:pt x="205383" y="25784"/>
                  <a:pt x="205383" y="20836"/>
                </a:cubicBezTo>
                <a:cubicBezTo>
                  <a:pt x="205383" y="15887"/>
                  <a:pt x="201402" y="11906"/>
                  <a:pt x="196453" y="11906"/>
                </a:cubicBezTo>
                <a:lnTo>
                  <a:pt x="65484" y="11906"/>
                </a:lnTo>
                <a:close/>
                <a:moveTo>
                  <a:pt x="139898" y="71438"/>
                </a:moveTo>
                <a:lnTo>
                  <a:pt x="157758" y="71438"/>
                </a:lnTo>
                <a:cubicBezTo>
                  <a:pt x="172566" y="71438"/>
                  <a:pt x="184547" y="83418"/>
                  <a:pt x="184547" y="98227"/>
                </a:cubicBezTo>
                <a:cubicBezTo>
                  <a:pt x="184547" y="113035"/>
                  <a:pt x="172566" y="125016"/>
                  <a:pt x="157758" y="125016"/>
                </a:cubicBezTo>
                <a:lnTo>
                  <a:pt x="139898" y="125016"/>
                </a:lnTo>
                <a:lnTo>
                  <a:pt x="139898" y="71438"/>
                </a:lnTo>
                <a:close/>
                <a:moveTo>
                  <a:pt x="205383" y="154781"/>
                </a:moveTo>
                <a:cubicBezTo>
                  <a:pt x="200434" y="154781"/>
                  <a:pt x="196453" y="158762"/>
                  <a:pt x="196453" y="163711"/>
                </a:cubicBezTo>
                <a:cubicBezTo>
                  <a:pt x="196453" y="165348"/>
                  <a:pt x="195114" y="166688"/>
                  <a:pt x="193477" y="166688"/>
                </a:cubicBezTo>
                <a:lnTo>
                  <a:pt x="92273" y="166688"/>
                </a:lnTo>
                <a:cubicBezTo>
                  <a:pt x="87325" y="166688"/>
                  <a:pt x="83344" y="170669"/>
                  <a:pt x="83344" y="175617"/>
                </a:cubicBezTo>
                <a:cubicBezTo>
                  <a:pt x="83344" y="180566"/>
                  <a:pt x="87325" y="184547"/>
                  <a:pt x="92273" y="184547"/>
                </a:cubicBezTo>
                <a:lnTo>
                  <a:pt x="193477" y="184547"/>
                </a:lnTo>
                <a:cubicBezTo>
                  <a:pt x="204974" y="184547"/>
                  <a:pt x="214313" y="175208"/>
                  <a:pt x="214313" y="163711"/>
                </a:cubicBezTo>
                <a:cubicBezTo>
                  <a:pt x="214313" y="158762"/>
                  <a:pt x="210331" y="154781"/>
                  <a:pt x="205383" y="15478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12520" y="1512568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Drone Integration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1988818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drone surveys for large farms. High-resolution imagery for pest detection, crop health mapping, and precision spraying recommendations.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8404" y="31222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3908" y="309371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45531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0174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35091" y="15506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973241" y="1512568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Sensor Networks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1741" y="1988818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soil moisture, temperature, and humidity sensors. Automated irrigation triggers and microclimate monitoring for precision agriculture.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429125" y="31222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644628" y="309371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06371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26258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8384024" y="15506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834081" y="1512568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Blockchain Supply Chain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6258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farm-to-fork tracking. Smart contracts for fair pricing, quality certification, and direct farmer-to-consumer marketplaces.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89965" y="2874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505468" y="284606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2027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4810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41020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86276" y="436054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1112520" y="4322443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Crop &amp; Region Expansion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41020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50+ new crops including horticulture and spices. Expand to South India, Northeast states, and international markets (Africa, SE Asia).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68404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8390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2027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245531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401741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558903" y="436054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973241" y="4322443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Voice-Based Interface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401741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Vernacular voice assistants for illiterate farmers. Speech-to-text in 10+ Indian languages with natural conversation flow.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429125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64462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2027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106371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8262581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8384024" y="436054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8834081" y="4322443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Predictive Pest Alerts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262581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predicting pest outbreaks 7-14 days in advance based on weather patterns. Proactive pesticide recommendations.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89965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850546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2027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47700"/>
            <a:ext cx="618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634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Empowering Farmers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2286000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2286000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600" y="2476500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represents a </a:t>
            </a: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agricultural decision-making, bringing the power of machine learning and satellite imagery to every farmer's fingertips.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3748087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0050" y="3748087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9600" y="3938588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combining </a:t>
            </a: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accurate yield predictions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intuitive multilingual interface, we're bridging the technology gap and creating sustainable farming practices.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5210175"/>
            <a:ext cx="6096000" cy="1000125"/>
          </a:xfrm>
          <a:custGeom>
            <a:avLst/>
            <a:gdLst/>
            <a:ahLst/>
            <a:cxnLst/>
            <a:rect l="l" t="t" r="r" b="b"/>
            <a:pathLst>
              <a:path w="6096000" h="1000125">
                <a:moveTo>
                  <a:pt x="0" y="0"/>
                </a:moveTo>
                <a:lnTo>
                  <a:pt x="5981696" y="0"/>
                </a:lnTo>
                <a:cubicBezTo>
                  <a:pt x="6044824" y="0"/>
                  <a:pt x="6096000" y="51176"/>
                  <a:pt x="6096000" y="114304"/>
                </a:cubicBezTo>
                <a:lnTo>
                  <a:pt x="6096000" y="885821"/>
                </a:lnTo>
                <a:cubicBezTo>
                  <a:pt x="6096000" y="948949"/>
                  <a:pt x="6044824" y="1000125"/>
                  <a:pt x="5981696" y="1000125"/>
                </a:cubicBez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0050" y="5210175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600" y="5400675"/>
            <a:ext cx="5791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vision extends beyond India—KrishiAI is a </a:t>
            </a: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blueprint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smart agriculture worldwide, contributing to global food security.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08470" y="384810"/>
            <a:ext cx="4998720" cy="3398520"/>
          </a:xfrm>
          <a:custGeom>
            <a:avLst/>
            <a:gdLst/>
            <a:ahLst/>
            <a:cxnLst/>
            <a:rect l="l" t="t" r="r" b="b"/>
            <a:pathLst>
              <a:path w="4998720" h="3398520">
                <a:moveTo>
                  <a:pt x="114292" y="0"/>
                </a:moveTo>
                <a:lnTo>
                  <a:pt x="4884428" y="0"/>
                </a:lnTo>
                <a:cubicBezTo>
                  <a:pt x="4947550" y="0"/>
                  <a:pt x="4998720" y="51170"/>
                  <a:pt x="4998720" y="114292"/>
                </a:cubicBezTo>
                <a:lnTo>
                  <a:pt x="4998720" y="3284228"/>
                </a:lnTo>
                <a:cubicBezTo>
                  <a:pt x="4998720" y="3347350"/>
                  <a:pt x="4947550" y="3398520"/>
                  <a:pt x="4884428" y="3398520"/>
                </a:cubicBezTo>
                <a:lnTo>
                  <a:pt x="114292" y="3398520"/>
                </a:lnTo>
                <a:cubicBezTo>
                  <a:pt x="51170" y="3398520"/>
                  <a:pt x="0" y="3347350"/>
                  <a:pt x="0" y="328422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02780" y="579118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02780" y="10552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26605" y="11695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0" y="1036207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Prediction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1264807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 validated on 10+ years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02780" y="15886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26605" y="17029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98080" y="1569607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Deployment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1798207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Web, WhatsApp, and SMS channels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02780" y="21220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26605" y="22363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98080" y="2103007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AI-Powered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331607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Weather, market, disease, yield, pest &amp; more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02780" y="2655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26605" y="27697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0" y="2636407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Bypass System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0" y="2865007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 latency for critical queries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02780" y="31888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126605" y="33031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3169807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 Yield Improvement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3398407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in pilot with 500+ farmers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08470" y="3943235"/>
            <a:ext cx="4998720" cy="2531745"/>
          </a:xfrm>
          <a:custGeom>
            <a:avLst/>
            <a:gdLst/>
            <a:ahLst/>
            <a:cxnLst/>
            <a:rect l="l" t="t" r="r" b="b"/>
            <a:pathLst>
              <a:path w="4998720" h="2531745">
                <a:moveTo>
                  <a:pt x="114308" y="0"/>
                </a:moveTo>
                <a:lnTo>
                  <a:pt x="4884412" y="0"/>
                </a:lnTo>
                <a:cubicBezTo>
                  <a:pt x="4947542" y="0"/>
                  <a:pt x="4998720" y="51178"/>
                  <a:pt x="4998720" y="114308"/>
                </a:cubicBezTo>
                <a:lnTo>
                  <a:pt x="4998720" y="2417437"/>
                </a:lnTo>
                <a:cubicBezTo>
                  <a:pt x="4998720" y="2480567"/>
                  <a:pt x="4947542" y="2531745"/>
                  <a:pt x="48844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185196" y="44675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55155" y="4867638"/>
            <a:ext cx="47053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"KrishiAI is not just a tool—it's a movement towards sustainable, intelligent agriculture that empowers the hands that feed the nation."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03030" y="591062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cover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659398" y="194468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 w="508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68948" y="21542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173379" y="3068632"/>
            <a:ext cx="384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7948" y="3906832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73392" y="4192582"/>
            <a:ext cx="364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86733" y="1558286"/>
            <a:ext cx="5417820" cy="3371859"/>
          </a:xfrm>
          <a:custGeom>
            <a:avLst/>
            <a:gdLst/>
            <a:ahLst/>
            <a:cxnLst/>
            <a:rect l="l" t="t" r="r" b="b"/>
            <a:pathLst>
              <a:path w="5417820" h="2550795">
                <a:moveTo>
                  <a:pt x="152410" y="0"/>
                </a:moveTo>
                <a:lnTo>
                  <a:pt x="5265410" y="0"/>
                </a:lnTo>
                <a:cubicBezTo>
                  <a:pt x="5349584" y="0"/>
                  <a:pt x="5417820" y="68236"/>
                  <a:pt x="5417820" y="152410"/>
                </a:cubicBezTo>
                <a:lnTo>
                  <a:pt x="5417820" y="2398385"/>
                </a:lnTo>
                <a:cubicBezTo>
                  <a:pt x="5417820" y="2482559"/>
                  <a:pt x="5349584" y="2550795"/>
                  <a:pt x="526541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3657243" y="403479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75676" y="4017655"/>
            <a:ext cx="21629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61240" y="403479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52480" y="4728214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57243" y="507111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243" y="537591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871324" y="519907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057061" y="5122877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Farmers with AI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1835</Words>
  <Application>Microsoft Office PowerPoint</Application>
  <PresentationFormat>Widescreen</PresentationFormat>
  <Paragraphs>383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MiSans</vt:lpstr>
      <vt:lpstr>Arial</vt:lpstr>
      <vt:lpstr>Quattrocento Sans</vt:lpstr>
      <vt:lpstr>Sorts Mill Goudy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KrishiAI - Hackathon Presentation</dc:title>
  <dc:subject>KrishiAI - Hackathon Presentation</dc:subject>
  <dc:creator>Kimi</dc:creator>
  <cp:lastModifiedBy>Manav_ Panchal</cp:lastModifiedBy>
  <cp:revision>5</cp:revision>
  <dcterms:created xsi:type="dcterms:W3CDTF">2026-04-03T04:18:58Z</dcterms:created>
  <dcterms:modified xsi:type="dcterms:W3CDTF">2026-08-12T06:00:10Z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{"Label":"KrishiAI - Hackathon Presentation","ContentProducer":"001191110108MACG2KBH8F10000","ProduceID":"19d5187c-f9c2-85e9-8000-00001e024f73","ReservedCode1":"","ContentPropagator":"001191110108MACG2KBH8F20000","PropagateID":"19d5187c-f9c2-85e9-8000-00001e024f73","ReservedCode2":""}</vt:lpwstr>
  </property>
</Properties>
</file>